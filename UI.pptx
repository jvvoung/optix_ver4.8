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0" r:id="rId9"/>
    <p:sldId id="272" r:id="rId10"/>
    <p:sldId id="271" r:id="rId11"/>
    <p:sldId id="273" r:id="rId12"/>
    <p:sldId id="262" r:id="rId13"/>
    <p:sldId id="264" r:id="rId14"/>
    <p:sldId id="265" r:id="rId15"/>
    <p:sldId id="268" r:id="rId16"/>
    <p:sldId id="266" r:id="rId17"/>
    <p:sldId id="267" r:id="rId18"/>
    <p:sldId id="269" r:id="rId19"/>
  </p:sldIdLst>
  <p:sldSz cx="12192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22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767462"/>
            <a:ext cx="10363200" cy="375991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672376"/>
            <a:ext cx="9144000" cy="2607442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7107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4296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692444"/>
            <a:ext cx="10515600" cy="4492401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7227345"/>
            <a:ext cx="10515600" cy="2362447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22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874937"/>
            <a:ext cx="5181600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874937"/>
            <a:ext cx="5181600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1499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74990"/>
            <a:ext cx="10515600" cy="208745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647443"/>
            <a:ext cx="5157787" cy="129747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944914"/>
            <a:ext cx="5157787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647443"/>
            <a:ext cx="5183188" cy="129747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944914"/>
            <a:ext cx="5183188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65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109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998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19984"/>
            <a:ext cx="3932237" cy="25199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554968"/>
            <a:ext cx="6172200" cy="767483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39929"/>
            <a:ext cx="3932237" cy="600236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6647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719984"/>
            <a:ext cx="3932237" cy="2519945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554968"/>
            <a:ext cx="6172200" cy="767483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3239929"/>
            <a:ext cx="3932237" cy="6002369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194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977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574987"/>
            <a:ext cx="2628900" cy="9152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574987"/>
            <a:ext cx="7734300" cy="9152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1432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574990"/>
            <a:ext cx="10515600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874937"/>
            <a:ext cx="10515600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0009783"/>
            <a:ext cx="27432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FA5745-1944-4375-9A62-C9C7A2D27294}" type="datetimeFigureOut">
              <a:rPr lang="ko-KR" altLang="en-US" smtClean="0"/>
              <a:t>2025-11-23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0009783"/>
            <a:ext cx="41148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0009783"/>
            <a:ext cx="274320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D25CFF-3140-4CAC-B82E-6A101C3156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2655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1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1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9BA56B-11BF-CB39-6407-0D9100B3B9E1}"/>
              </a:ext>
            </a:extLst>
          </p:cNvPr>
          <p:cNvSpPr txBox="1"/>
          <p:nvPr/>
        </p:nvSpPr>
        <p:spPr>
          <a:xfrm>
            <a:off x="4106567" y="3277977"/>
            <a:ext cx="1082348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/>
              <a:t>특성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C9887-6E4F-8DA7-FA31-838E8D457029}"/>
              </a:ext>
            </a:extLst>
          </p:cNvPr>
          <p:cNvSpPr txBox="1"/>
          <p:nvPr/>
        </p:nvSpPr>
        <p:spPr>
          <a:xfrm>
            <a:off x="9926436" y="3277977"/>
            <a:ext cx="1085618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500"/>
              <a:t>IPVS</a:t>
            </a:r>
            <a:endParaRPr lang="ko-KR" altLang="en-US" sz="350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51384C9-4ED0-1DAA-2E44-F5B56B91B8E8}"/>
              </a:ext>
            </a:extLst>
          </p:cNvPr>
          <p:cNvSpPr/>
          <p:nvPr/>
        </p:nvSpPr>
        <p:spPr>
          <a:xfrm>
            <a:off x="434567" y="2495982"/>
            <a:ext cx="5133315" cy="334072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3561B03-FDFA-EA77-870B-3604DBDC2EC1}"/>
              </a:ext>
            </a:extLst>
          </p:cNvPr>
          <p:cNvSpPr/>
          <p:nvPr/>
        </p:nvSpPr>
        <p:spPr>
          <a:xfrm>
            <a:off x="6096002" y="2495983"/>
            <a:ext cx="5133315" cy="334072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4A37480-0AAE-DBBA-97A3-614F82811FFB}"/>
              </a:ext>
            </a:extLst>
          </p:cNvPr>
          <p:cNvSpPr/>
          <p:nvPr/>
        </p:nvSpPr>
        <p:spPr>
          <a:xfrm>
            <a:off x="434567" y="6461401"/>
            <a:ext cx="3376943" cy="184238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4C2EAC-E9BA-2487-4850-559EAA9565C8}"/>
              </a:ext>
            </a:extLst>
          </p:cNvPr>
          <p:cNvSpPr txBox="1"/>
          <p:nvPr/>
        </p:nvSpPr>
        <p:spPr>
          <a:xfrm>
            <a:off x="2113109" y="7067120"/>
            <a:ext cx="1694695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500"/>
              <a:t>Manual</a:t>
            </a:r>
            <a:endParaRPr lang="ko-KR" altLang="en-US" sz="35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14F57EE-1FCD-186E-A018-D1CAD7ED258F}"/>
              </a:ext>
            </a:extLst>
          </p:cNvPr>
          <p:cNvSpPr/>
          <p:nvPr/>
        </p:nvSpPr>
        <p:spPr>
          <a:xfrm>
            <a:off x="4106568" y="6461401"/>
            <a:ext cx="3376943" cy="184238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2FD121-9B7F-EEED-5A51-EF693EC88AD1}"/>
              </a:ext>
            </a:extLst>
          </p:cNvPr>
          <p:cNvSpPr txBox="1"/>
          <p:nvPr/>
        </p:nvSpPr>
        <p:spPr>
          <a:xfrm>
            <a:off x="6482224" y="7067120"/>
            <a:ext cx="94731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500"/>
              <a:t>LUT</a:t>
            </a:r>
            <a:endParaRPr lang="ko-KR" altLang="en-US" sz="35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CE82576-6168-FF89-1109-C83621CB516C}"/>
              </a:ext>
            </a:extLst>
          </p:cNvPr>
          <p:cNvSpPr/>
          <p:nvPr/>
        </p:nvSpPr>
        <p:spPr>
          <a:xfrm>
            <a:off x="7852374" y="6461401"/>
            <a:ext cx="3376943" cy="184238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050D77-66E7-9003-0306-E7E05A63A63D}"/>
              </a:ext>
            </a:extLst>
          </p:cNvPr>
          <p:cNvSpPr txBox="1"/>
          <p:nvPr/>
        </p:nvSpPr>
        <p:spPr>
          <a:xfrm>
            <a:off x="10209922" y="7067120"/>
            <a:ext cx="1082348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/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71691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581474-13B2-FD23-58A1-2464E974B492}"/>
              </a:ext>
            </a:extLst>
          </p:cNvPr>
          <p:cNvSpPr txBox="1"/>
          <p:nvPr/>
        </p:nvSpPr>
        <p:spPr>
          <a:xfrm>
            <a:off x="4106567" y="3277977"/>
            <a:ext cx="1082348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500"/>
              <a:t>특성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512E933-4C96-192C-CFD2-202DB5A7941D}"/>
              </a:ext>
            </a:extLst>
          </p:cNvPr>
          <p:cNvSpPr/>
          <p:nvPr/>
        </p:nvSpPr>
        <p:spPr>
          <a:xfrm>
            <a:off x="434567" y="2495982"/>
            <a:ext cx="5133315" cy="334072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5B09B-2C09-6DFE-C4C6-7DA4D1695086}"/>
              </a:ext>
            </a:extLst>
          </p:cNvPr>
          <p:cNvSpPr txBox="1"/>
          <p:nvPr/>
        </p:nvSpPr>
        <p:spPr>
          <a:xfrm>
            <a:off x="587742" y="4815558"/>
            <a:ext cx="482696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/>
              <a:t>패널의 </a:t>
            </a:r>
            <a:r>
              <a:rPr lang="en-US" altLang="ko-KR" sz="1100"/>
              <a:t>Center point </a:t>
            </a:r>
            <a:r>
              <a:rPr lang="ko-KR" altLang="en-US" sz="1100"/>
              <a:t>계측 후</a:t>
            </a:r>
            <a:r>
              <a:rPr lang="en-US" altLang="ko-KR" sz="1100"/>
              <a:t>, </a:t>
            </a:r>
            <a:r>
              <a:rPr lang="ko-KR" altLang="en-US" sz="1100"/>
              <a:t>점등된 패널의 </a:t>
            </a:r>
            <a:endParaRPr lang="en-US" altLang="ko-KR" sz="1100"/>
          </a:p>
          <a:p>
            <a:r>
              <a:rPr lang="ko-KR" altLang="en-US" sz="1100"/>
              <a:t>특성 데이터</a:t>
            </a:r>
            <a:r>
              <a:rPr lang="en-US" altLang="ko-KR" sz="1100"/>
              <a:t>(</a:t>
            </a:r>
            <a:r>
              <a:rPr lang="ko-KR" altLang="en-US" sz="1100"/>
              <a:t>휘도</a:t>
            </a:r>
            <a:r>
              <a:rPr lang="en-US" altLang="ko-KR" sz="1100"/>
              <a:t>, </a:t>
            </a:r>
            <a:r>
              <a:rPr lang="ko-KR" altLang="en-US" sz="1100"/>
              <a:t>색좌표</a:t>
            </a:r>
            <a:r>
              <a:rPr lang="en-US" altLang="ko-KR" sz="1100"/>
              <a:t>, VACS, </a:t>
            </a:r>
            <a:r>
              <a:rPr lang="ko-KR" altLang="en-US" sz="1100"/>
              <a:t>전류</a:t>
            </a:r>
            <a:r>
              <a:rPr lang="en-US" altLang="ko-KR" sz="1100"/>
              <a:t>) </a:t>
            </a:r>
            <a:r>
              <a:rPr lang="ko-KR" altLang="en-US" sz="1100"/>
              <a:t>등을 취득하여 판정하는 검사 공정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DA126CE-0F3A-3521-2278-E0D2835FA7BB}"/>
              </a:ext>
            </a:extLst>
          </p:cNvPr>
          <p:cNvSpPr/>
          <p:nvPr/>
        </p:nvSpPr>
        <p:spPr>
          <a:xfrm>
            <a:off x="6735778" y="3727253"/>
            <a:ext cx="4101220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33BCFC8-0716-22B4-1A82-62DFA736EB5F}"/>
              </a:ext>
            </a:extLst>
          </p:cNvPr>
          <p:cNvSpPr/>
          <p:nvPr/>
        </p:nvSpPr>
        <p:spPr>
          <a:xfrm>
            <a:off x="7351415" y="3908919"/>
            <a:ext cx="697117" cy="60598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40D104A-BEE5-6B3A-2D49-DF70014F76A3}"/>
              </a:ext>
            </a:extLst>
          </p:cNvPr>
          <p:cNvSpPr/>
          <p:nvPr/>
        </p:nvSpPr>
        <p:spPr>
          <a:xfrm>
            <a:off x="9439748" y="3908919"/>
            <a:ext cx="697117" cy="605986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2266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CE951D0-EA3B-74D8-ED08-6CB928D7C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051342"/>
              </p:ext>
            </p:extLst>
          </p:nvPr>
        </p:nvGraphicFramePr>
        <p:xfrm>
          <a:off x="353085" y="2283141"/>
          <a:ext cx="11380206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555">
                  <a:extLst>
                    <a:ext uri="{9D8B030D-6E8A-4147-A177-3AD203B41FA5}">
                      <a16:colId xmlns:a16="http://schemas.microsoft.com/office/drawing/2014/main" val="1570816160"/>
                    </a:ext>
                  </a:extLst>
                </a:gridCol>
                <a:gridCol w="1078448">
                  <a:extLst>
                    <a:ext uri="{9D8B030D-6E8A-4147-A177-3AD203B41FA5}">
                      <a16:colId xmlns:a16="http://schemas.microsoft.com/office/drawing/2014/main" val="1749578535"/>
                    </a:ext>
                  </a:extLst>
                </a:gridCol>
                <a:gridCol w="1004501">
                  <a:extLst>
                    <a:ext uri="{9D8B030D-6E8A-4147-A177-3AD203B41FA5}">
                      <a16:colId xmlns:a16="http://schemas.microsoft.com/office/drawing/2014/main" val="3978065563"/>
                    </a:ext>
                  </a:extLst>
                </a:gridCol>
                <a:gridCol w="575781">
                  <a:extLst>
                    <a:ext uri="{9D8B030D-6E8A-4147-A177-3AD203B41FA5}">
                      <a16:colId xmlns:a16="http://schemas.microsoft.com/office/drawing/2014/main" val="943463150"/>
                    </a:ext>
                  </a:extLst>
                </a:gridCol>
                <a:gridCol w="598215">
                  <a:extLst>
                    <a:ext uri="{9D8B030D-6E8A-4147-A177-3AD203B41FA5}">
                      <a16:colId xmlns:a16="http://schemas.microsoft.com/office/drawing/2014/main" val="2733979532"/>
                    </a:ext>
                  </a:extLst>
                </a:gridCol>
                <a:gridCol w="707213">
                  <a:extLst>
                    <a:ext uri="{9D8B030D-6E8A-4147-A177-3AD203B41FA5}">
                      <a16:colId xmlns:a16="http://schemas.microsoft.com/office/drawing/2014/main" val="1273467685"/>
                    </a:ext>
                  </a:extLst>
                </a:gridCol>
                <a:gridCol w="978943">
                  <a:extLst>
                    <a:ext uri="{9D8B030D-6E8A-4147-A177-3AD203B41FA5}">
                      <a16:colId xmlns:a16="http://schemas.microsoft.com/office/drawing/2014/main" val="2667142356"/>
                    </a:ext>
                  </a:extLst>
                </a:gridCol>
                <a:gridCol w="837749">
                  <a:extLst>
                    <a:ext uri="{9D8B030D-6E8A-4147-A177-3AD203B41FA5}">
                      <a16:colId xmlns:a16="http://schemas.microsoft.com/office/drawing/2014/main" val="2765100238"/>
                    </a:ext>
                  </a:extLst>
                </a:gridCol>
                <a:gridCol w="2659798">
                  <a:extLst>
                    <a:ext uri="{9D8B030D-6E8A-4147-A177-3AD203B41FA5}">
                      <a16:colId xmlns:a16="http://schemas.microsoft.com/office/drawing/2014/main" val="3316750543"/>
                    </a:ext>
                  </a:extLst>
                </a:gridCol>
                <a:gridCol w="1067443">
                  <a:extLst>
                    <a:ext uri="{9D8B030D-6E8A-4147-A177-3AD203B41FA5}">
                      <a16:colId xmlns:a16="http://schemas.microsoft.com/office/drawing/2014/main" val="347527587"/>
                    </a:ext>
                  </a:extLst>
                </a:gridCol>
                <a:gridCol w="941560">
                  <a:extLst>
                    <a:ext uri="{9D8B030D-6E8A-4147-A177-3AD203B41FA5}">
                      <a16:colId xmlns:a16="http://schemas.microsoft.com/office/drawing/2014/main" val="1885959435"/>
                    </a:ext>
                  </a:extLst>
                </a:gridCol>
              </a:tblGrid>
              <a:tr h="526932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Zone</a:t>
                      </a:r>
                      <a:endParaRPr lang="ko-KR" altLang="en-US" sz="290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Inner ID</a:t>
                      </a:r>
                      <a:endParaRPr lang="ko-KR" altLang="en-US" sz="290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2900"/>
                        <a:t>항목</a:t>
                      </a:r>
                    </a:p>
                  </a:txBody>
                  <a:tcPr anchor="ctr"/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DATA</a:t>
                      </a:r>
                      <a:endParaRPr lang="ko-KR" altLang="en-US" sz="290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900"/>
                        <a:t>Error Name</a:t>
                      </a:r>
                      <a:endParaRPr lang="ko-KR" altLang="en-US" sz="290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Tact</a:t>
                      </a:r>
                      <a:endParaRPr lang="ko-KR" altLang="en-US" sz="290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2900"/>
                        <a:t>판정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8801339"/>
                  </a:ext>
                </a:extLst>
              </a:tr>
              <a:tr h="9624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x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y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L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900"/>
                        <a:t>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900"/>
                        <a:t>효율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59426"/>
                  </a:ext>
                </a:extLst>
              </a:tr>
              <a:tr h="52693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1</a:t>
                      </a:r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R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9601737"/>
                  </a:ext>
                </a:extLst>
              </a:tr>
              <a:tr h="5269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G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405524"/>
                  </a:ext>
                </a:extLst>
              </a:tr>
              <a:tr h="5269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B</a:t>
                      </a:r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174463"/>
                  </a:ext>
                </a:extLst>
              </a:tr>
              <a:tr h="52693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2900"/>
                        <a:t>2</a:t>
                      </a:r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5399496"/>
                  </a:ext>
                </a:extLst>
              </a:tr>
              <a:tr h="5269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5918051"/>
                  </a:ext>
                </a:extLst>
              </a:tr>
              <a:tr h="52693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90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5623655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2E2A04CD-54A7-7130-D2C4-0F8D9984AAB0}"/>
              </a:ext>
            </a:extLst>
          </p:cNvPr>
          <p:cNvGrpSpPr/>
          <p:nvPr/>
        </p:nvGrpSpPr>
        <p:grpSpPr>
          <a:xfrm>
            <a:off x="7704503" y="5631297"/>
            <a:ext cx="4019739" cy="2966720"/>
            <a:chOff x="7043596" y="3660416"/>
            <a:chExt cx="4689695" cy="296672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DA80219D-5614-86B7-BE80-5F35C7EC4767}"/>
                </a:ext>
              </a:extLst>
            </p:cNvPr>
            <p:cNvSpPr/>
            <p:nvPr/>
          </p:nvSpPr>
          <p:spPr>
            <a:xfrm>
              <a:off x="7043596" y="3660416"/>
              <a:ext cx="4689695" cy="296672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79C4B36-E2EA-E849-B462-6DF2A68CC07D}"/>
                </a:ext>
              </a:extLst>
            </p:cNvPr>
            <p:cNvSpPr/>
            <p:nvPr/>
          </p:nvSpPr>
          <p:spPr>
            <a:xfrm>
              <a:off x="7260878" y="4010685"/>
              <a:ext cx="1955549" cy="50699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Set Params</a:t>
              </a:r>
              <a:endParaRPr lang="ko-KR" altLang="en-US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9C4EC00-E5D3-205B-820C-8C1D6BA7E519}"/>
                </a:ext>
              </a:extLst>
            </p:cNvPr>
            <p:cNvSpPr/>
            <p:nvPr/>
          </p:nvSpPr>
          <p:spPr>
            <a:xfrm>
              <a:off x="9658540" y="4001632"/>
              <a:ext cx="1955549" cy="50699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Set Path</a:t>
              </a:r>
              <a:endParaRPr lang="ko-KR" altLang="en-US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713931E-6FC4-8CF9-5A7F-C7B3DE1EDE52}"/>
                </a:ext>
              </a:extLst>
            </p:cNvPr>
            <p:cNvSpPr/>
            <p:nvPr/>
          </p:nvSpPr>
          <p:spPr>
            <a:xfrm>
              <a:off x="7223910" y="4867948"/>
              <a:ext cx="4329065" cy="506994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59E5958-68B9-4834-D7C3-BD111D18E489}"/>
                </a:ext>
              </a:extLst>
            </p:cNvPr>
            <p:cNvSpPr/>
            <p:nvPr/>
          </p:nvSpPr>
          <p:spPr>
            <a:xfrm>
              <a:off x="8238652" y="4990170"/>
              <a:ext cx="307818" cy="2625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1</a:t>
              </a:r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CA036EC-9386-D3F5-6942-52C9C8807FA3}"/>
                </a:ext>
              </a:extLst>
            </p:cNvPr>
            <p:cNvSpPr/>
            <p:nvPr/>
          </p:nvSpPr>
          <p:spPr>
            <a:xfrm>
              <a:off x="10292282" y="5003448"/>
              <a:ext cx="307818" cy="2625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2</a:t>
              </a:r>
              <a:endParaRPr lang="ko-KR" altLang="en-US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06E91998-9FD7-851F-13A9-3997F04AC778}"/>
                </a:ext>
              </a:extLst>
            </p:cNvPr>
            <p:cNvSpPr/>
            <p:nvPr/>
          </p:nvSpPr>
          <p:spPr>
            <a:xfrm>
              <a:off x="7702991" y="5734264"/>
              <a:ext cx="3514253" cy="66653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/>
                <a:t>Test Start!!</a:t>
              </a:r>
              <a:endParaRPr lang="ko-KR" altLang="en-US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5419D38F-9899-484F-F9C5-03A123A70B47}"/>
              </a:ext>
            </a:extLst>
          </p:cNvPr>
          <p:cNvSpPr/>
          <p:nvPr/>
        </p:nvSpPr>
        <p:spPr>
          <a:xfrm>
            <a:off x="434566" y="5719016"/>
            <a:ext cx="6890981" cy="28790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0B4BBDA-1BB9-AE02-4185-8CE825B16519}"/>
              </a:ext>
            </a:extLst>
          </p:cNvPr>
          <p:cNvSpPr/>
          <p:nvPr/>
        </p:nvSpPr>
        <p:spPr>
          <a:xfrm>
            <a:off x="434564" y="5399882"/>
            <a:ext cx="923454" cy="3191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Graph</a:t>
            </a:r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769708B-248F-F64F-371E-D65593AF711F}"/>
              </a:ext>
            </a:extLst>
          </p:cNvPr>
          <p:cNvSpPr/>
          <p:nvPr/>
        </p:nvSpPr>
        <p:spPr>
          <a:xfrm>
            <a:off x="1358018" y="5399388"/>
            <a:ext cx="923454" cy="3191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Total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2306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B0088F41-CA56-0062-4127-583D6F206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350" y="3084130"/>
            <a:ext cx="10088383" cy="2657846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0742CAE7-BF35-F0DB-A465-437AD811B311}"/>
              </a:ext>
            </a:extLst>
          </p:cNvPr>
          <p:cNvGrpSpPr/>
          <p:nvPr/>
        </p:nvGrpSpPr>
        <p:grpSpPr>
          <a:xfrm>
            <a:off x="716826" y="3500917"/>
            <a:ext cx="832920" cy="2097010"/>
            <a:chOff x="716826" y="1530036"/>
            <a:chExt cx="832920" cy="1817483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19D885D-91D6-FCD2-F69A-4098896DFEC2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D6222B50-D7C8-79D4-C188-393DD7828D4B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5526D89-9035-DF5D-3A49-66EB011E20EF}"/>
              </a:ext>
            </a:extLst>
          </p:cNvPr>
          <p:cNvGrpSpPr/>
          <p:nvPr/>
        </p:nvGrpSpPr>
        <p:grpSpPr>
          <a:xfrm>
            <a:off x="1549745" y="3504311"/>
            <a:ext cx="1202508" cy="2097010"/>
            <a:chOff x="716826" y="1530036"/>
            <a:chExt cx="832920" cy="1817483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129F6A2A-3101-040F-DBEA-823B88FB3BE0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4670EEF0-B1B3-7C03-682A-A0A4A86AD6E6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0E60450-F5B8-D5AF-3123-3D3FEFA40F9D}"/>
              </a:ext>
            </a:extLst>
          </p:cNvPr>
          <p:cNvGrpSpPr/>
          <p:nvPr/>
        </p:nvGrpSpPr>
        <p:grpSpPr>
          <a:xfrm>
            <a:off x="2752254" y="3504311"/>
            <a:ext cx="1122631" cy="2097010"/>
            <a:chOff x="716826" y="1530036"/>
            <a:chExt cx="832920" cy="1817483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894E095-6934-5BA3-3519-FAAE4E73A320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D03CFA5-C546-4497-CD0E-6ED8EE18D0A0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F0B680B-5BE9-5659-B8DA-D64969318126}"/>
              </a:ext>
            </a:extLst>
          </p:cNvPr>
          <p:cNvGrpSpPr/>
          <p:nvPr/>
        </p:nvGrpSpPr>
        <p:grpSpPr>
          <a:xfrm>
            <a:off x="9346092" y="3470319"/>
            <a:ext cx="1377640" cy="2127609"/>
            <a:chOff x="716826" y="1530036"/>
            <a:chExt cx="832920" cy="1817483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6BBE97D9-9680-17F5-3AB8-621A970FCEF8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D342652-D2C8-4272-5F40-87837C80A851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113910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557A260-117B-D7DE-ECA6-0468C6A48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864" y="4304353"/>
            <a:ext cx="6430272" cy="2191056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8BFA6AD3-1BAC-C910-D9B0-855C8DE1737B}"/>
              </a:ext>
            </a:extLst>
          </p:cNvPr>
          <p:cNvSpPr/>
          <p:nvPr/>
        </p:nvSpPr>
        <p:spPr>
          <a:xfrm>
            <a:off x="2989247" y="3883969"/>
            <a:ext cx="1682342" cy="42038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F1D72F8-FD8B-6F39-285D-3AEADC7AE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393" y="1970881"/>
            <a:ext cx="10695214" cy="6858000"/>
          </a:xfrm>
          <a:prstGeom prst="rect">
            <a:avLst/>
          </a:prstGeom>
        </p:spPr>
      </p:pic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933B32DD-F0A3-4FF2-D3BA-327CF59A6DAE}"/>
              </a:ext>
            </a:extLst>
          </p:cNvPr>
          <p:cNvCxnSpPr>
            <a:cxnSpLocks/>
          </p:cNvCxnSpPr>
          <p:nvPr/>
        </p:nvCxnSpPr>
        <p:spPr>
          <a:xfrm>
            <a:off x="1050202" y="2206272"/>
            <a:ext cx="0" cy="635553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BACBC16B-0102-A0CE-2512-4750CD1B8DF3}"/>
              </a:ext>
            </a:extLst>
          </p:cNvPr>
          <p:cNvCxnSpPr>
            <a:cxnSpLocks/>
          </p:cNvCxnSpPr>
          <p:nvPr/>
        </p:nvCxnSpPr>
        <p:spPr>
          <a:xfrm>
            <a:off x="748393" y="2222115"/>
            <a:ext cx="0" cy="635553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438ADBBA-279C-6C6F-D547-6AE5C33F6B0B}"/>
              </a:ext>
            </a:extLst>
          </p:cNvPr>
          <p:cNvCxnSpPr>
            <a:cxnSpLocks/>
          </p:cNvCxnSpPr>
          <p:nvPr/>
        </p:nvCxnSpPr>
        <p:spPr>
          <a:xfrm>
            <a:off x="876678" y="2206271"/>
            <a:ext cx="0" cy="6355533"/>
          </a:xfrm>
          <a:prstGeom prst="lin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52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E764D55F-D4E3-F0A1-DB1E-DD000D7A5B78}"/>
              </a:ext>
            </a:extLst>
          </p:cNvPr>
          <p:cNvSpPr/>
          <p:nvPr/>
        </p:nvSpPr>
        <p:spPr>
          <a:xfrm>
            <a:off x="313704" y="2360181"/>
            <a:ext cx="5993394" cy="4977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FAA3A47-25AE-A13D-7811-7D73AABC56A6}"/>
              </a:ext>
            </a:extLst>
          </p:cNvPr>
          <p:cNvSpPr/>
          <p:nvPr/>
        </p:nvSpPr>
        <p:spPr>
          <a:xfrm>
            <a:off x="820696" y="3335198"/>
            <a:ext cx="959669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EECP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8E6B8F6-D3DE-0303-005A-A37A4E391812}"/>
              </a:ext>
            </a:extLst>
          </p:cNvPr>
          <p:cNvSpPr/>
          <p:nvPr/>
        </p:nvSpPr>
        <p:spPr>
          <a:xfrm>
            <a:off x="2168152" y="3335197"/>
            <a:ext cx="3695326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E48E11-DD9E-BA9C-FE0C-74AD61FE0839}"/>
              </a:ext>
            </a:extLst>
          </p:cNvPr>
          <p:cNvSpPr/>
          <p:nvPr/>
        </p:nvSpPr>
        <p:spPr>
          <a:xfrm>
            <a:off x="820696" y="3913111"/>
            <a:ext cx="959669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CIM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BBF0E0F-52F7-E6D0-4425-70B8842E1B2B}"/>
              </a:ext>
            </a:extLst>
          </p:cNvPr>
          <p:cNvSpPr/>
          <p:nvPr/>
        </p:nvSpPr>
        <p:spPr>
          <a:xfrm>
            <a:off x="2168152" y="3913110"/>
            <a:ext cx="3695326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85AB7D-E23C-E717-A1D8-F85323C8B1DD}"/>
              </a:ext>
            </a:extLst>
          </p:cNvPr>
          <p:cNvSpPr/>
          <p:nvPr/>
        </p:nvSpPr>
        <p:spPr>
          <a:xfrm>
            <a:off x="820696" y="5016119"/>
            <a:ext cx="959669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Recipe</a:t>
            </a:r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B1047CA-2182-7BE1-5D1B-9D780F68BE7E}"/>
              </a:ext>
            </a:extLst>
          </p:cNvPr>
          <p:cNvSpPr/>
          <p:nvPr/>
        </p:nvSpPr>
        <p:spPr>
          <a:xfrm>
            <a:off x="2168152" y="5016118"/>
            <a:ext cx="3695326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7AB4998-DC4A-87BE-630D-DA71E46DE9CA}"/>
              </a:ext>
            </a:extLst>
          </p:cNvPr>
          <p:cNvSpPr/>
          <p:nvPr/>
        </p:nvSpPr>
        <p:spPr>
          <a:xfrm>
            <a:off x="820696" y="5594032"/>
            <a:ext cx="959669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DLL</a:t>
            </a:r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9D6141E-7895-B44F-9B80-9074E524A0F9}"/>
              </a:ext>
            </a:extLst>
          </p:cNvPr>
          <p:cNvSpPr/>
          <p:nvPr/>
        </p:nvSpPr>
        <p:spPr>
          <a:xfrm>
            <a:off x="2168152" y="5594031"/>
            <a:ext cx="3695326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663C93-4626-F1BA-8156-D7D054DFEDE0}"/>
              </a:ext>
            </a:extLst>
          </p:cNvPr>
          <p:cNvSpPr txBox="1"/>
          <p:nvPr/>
        </p:nvSpPr>
        <p:spPr>
          <a:xfrm>
            <a:off x="739216" y="2752847"/>
            <a:ext cx="854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Create</a:t>
            </a:r>
            <a:endParaRPr lang="ko-KR" altLang="en-US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18B89A4-4ECC-1E3B-22AF-84FA26E8B7CA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1593552" y="2937513"/>
            <a:ext cx="4269926" cy="94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AA31086-6C7F-1C00-B4E9-A7495D6FA9AD}"/>
              </a:ext>
            </a:extLst>
          </p:cNvPr>
          <p:cNvSpPr txBox="1"/>
          <p:nvPr/>
        </p:nvSpPr>
        <p:spPr>
          <a:xfrm>
            <a:off x="739216" y="4509168"/>
            <a:ext cx="68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Load</a:t>
            </a:r>
            <a:endParaRPr lang="ko-KR" altLang="en-US"/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63013A0B-14B3-B689-CC74-9F34B018521B}"/>
              </a:ext>
            </a:extLst>
          </p:cNvPr>
          <p:cNvCxnSpPr>
            <a:cxnSpLocks/>
          </p:cNvCxnSpPr>
          <p:nvPr/>
        </p:nvCxnSpPr>
        <p:spPr>
          <a:xfrm>
            <a:off x="1593552" y="4696644"/>
            <a:ext cx="4269926" cy="66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CEDF359-8B00-C884-EBD2-BBA83FD72F09}"/>
              </a:ext>
            </a:extLst>
          </p:cNvPr>
          <p:cNvSpPr/>
          <p:nvPr/>
        </p:nvSpPr>
        <p:spPr>
          <a:xfrm>
            <a:off x="2242092" y="6452967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C5F11E8-6411-7C0F-B5B4-5C45E1120EC2}"/>
              </a:ext>
            </a:extLst>
          </p:cNvPr>
          <p:cNvSpPr/>
          <p:nvPr/>
        </p:nvSpPr>
        <p:spPr>
          <a:xfrm>
            <a:off x="6732610" y="2334783"/>
            <a:ext cx="5145686" cy="49776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AF6A5D9-6417-3D39-CCFF-1B58300AFC63}"/>
              </a:ext>
            </a:extLst>
          </p:cNvPr>
          <p:cNvSpPr/>
          <p:nvPr/>
        </p:nvSpPr>
        <p:spPr>
          <a:xfrm>
            <a:off x="6843570" y="3304898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Cell ID</a:t>
            </a:r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17C3F22-A82D-1CA7-3E3A-82D8E42ED903}"/>
              </a:ext>
            </a:extLst>
          </p:cNvPr>
          <p:cNvSpPr/>
          <p:nvPr/>
        </p:nvSpPr>
        <p:spPr>
          <a:xfrm>
            <a:off x="8176187" y="3304897"/>
            <a:ext cx="3638587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8554018-8C6C-5770-3D88-9062D5520EB6}"/>
              </a:ext>
            </a:extLst>
          </p:cNvPr>
          <p:cNvSpPr/>
          <p:nvPr/>
        </p:nvSpPr>
        <p:spPr>
          <a:xfrm>
            <a:off x="6843570" y="3882811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Inner ID</a:t>
            </a:r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5A99553-4543-5491-5281-44D709CF4A84}"/>
              </a:ext>
            </a:extLst>
          </p:cNvPr>
          <p:cNvSpPr/>
          <p:nvPr/>
        </p:nvSpPr>
        <p:spPr>
          <a:xfrm>
            <a:off x="8176187" y="3882810"/>
            <a:ext cx="3638587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846DDF9-819C-991B-D729-8D88DDCF020F}"/>
              </a:ext>
            </a:extLst>
          </p:cNvPr>
          <p:cNvSpPr/>
          <p:nvPr/>
        </p:nvSpPr>
        <p:spPr>
          <a:xfrm>
            <a:off x="8235486" y="6289255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144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2C2EE-5677-2674-62D8-BE4DDF0E9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12B6C02-422A-768B-EFB9-EADA656C3A5E}"/>
              </a:ext>
            </a:extLst>
          </p:cNvPr>
          <p:cNvSpPr/>
          <p:nvPr/>
        </p:nvSpPr>
        <p:spPr>
          <a:xfrm>
            <a:off x="3328502" y="2063178"/>
            <a:ext cx="5145686" cy="746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EDD319F-D917-87D5-DB8A-B684DE4D12EA}"/>
              </a:ext>
            </a:extLst>
          </p:cNvPr>
          <p:cNvSpPr/>
          <p:nvPr/>
        </p:nvSpPr>
        <p:spPr>
          <a:xfrm>
            <a:off x="3439462" y="2734533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Cell ID</a:t>
            </a:r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5158331-480B-A234-9B9D-E7A0B67D314C}"/>
              </a:ext>
            </a:extLst>
          </p:cNvPr>
          <p:cNvSpPr/>
          <p:nvPr/>
        </p:nvSpPr>
        <p:spPr>
          <a:xfrm>
            <a:off x="4772079" y="2734532"/>
            <a:ext cx="3638587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0ED8768-35BC-7AF7-EEA5-54DC170E6EBF}"/>
              </a:ext>
            </a:extLst>
          </p:cNvPr>
          <p:cNvSpPr/>
          <p:nvPr/>
        </p:nvSpPr>
        <p:spPr>
          <a:xfrm>
            <a:off x="3439462" y="3312446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Inner ID</a:t>
            </a:r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399B8DF-3903-3127-CCEE-3659FE9A32FC}"/>
              </a:ext>
            </a:extLst>
          </p:cNvPr>
          <p:cNvSpPr/>
          <p:nvPr/>
        </p:nvSpPr>
        <p:spPr>
          <a:xfrm>
            <a:off x="4772079" y="3312445"/>
            <a:ext cx="3638587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77B7ED9-367B-C840-0484-2A6C7C3E9C02}"/>
              </a:ext>
            </a:extLst>
          </p:cNvPr>
          <p:cNvSpPr/>
          <p:nvPr/>
        </p:nvSpPr>
        <p:spPr>
          <a:xfrm>
            <a:off x="4795775" y="8860107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D8F3B5-BA85-0E0D-AF2D-22F2833479D3}"/>
              </a:ext>
            </a:extLst>
          </p:cNvPr>
          <p:cNvSpPr txBox="1"/>
          <p:nvPr/>
        </p:nvSpPr>
        <p:spPr>
          <a:xfrm>
            <a:off x="3393341" y="2208901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Cell </a:t>
            </a:r>
            <a:r>
              <a:rPr lang="ko-KR" altLang="en-US"/>
              <a:t>정보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9C75479-2FF1-E9D3-12A0-93642B63DA45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4502940" y="2393568"/>
            <a:ext cx="3762875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363569C-31EA-8636-653A-9FC80944E91F}"/>
              </a:ext>
            </a:extLst>
          </p:cNvPr>
          <p:cNvSpPr txBox="1"/>
          <p:nvPr/>
        </p:nvSpPr>
        <p:spPr>
          <a:xfrm>
            <a:off x="3393341" y="3963764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파일 생성 여부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870127F-D19A-7891-AEB2-C263916A60AC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126508" y="4148431"/>
            <a:ext cx="313930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0D10F3F-2A9B-87F1-D931-842DF915E8A0}"/>
              </a:ext>
            </a:extLst>
          </p:cNvPr>
          <p:cNvSpPr/>
          <p:nvPr/>
        </p:nvSpPr>
        <p:spPr>
          <a:xfrm>
            <a:off x="4100609" y="4508095"/>
            <a:ext cx="245052" cy="22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7F3578-BE7B-5340-82DB-1D0938A9D8A9}"/>
              </a:ext>
            </a:extLst>
          </p:cNvPr>
          <p:cNvSpPr txBox="1"/>
          <p:nvPr/>
        </p:nvSpPr>
        <p:spPr>
          <a:xfrm>
            <a:off x="4413132" y="4397828"/>
            <a:ext cx="652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/>
              <a:t>CIM</a:t>
            </a:r>
            <a:endParaRPr lang="ko-KR" altLang="en-US" sz="200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15967B1-D931-4E0B-134F-F8BAFFB3B213}"/>
              </a:ext>
            </a:extLst>
          </p:cNvPr>
          <p:cNvSpPr/>
          <p:nvPr/>
        </p:nvSpPr>
        <p:spPr>
          <a:xfrm>
            <a:off x="6614153" y="4508095"/>
            <a:ext cx="245052" cy="22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5FBE8-0CD2-932F-BD01-6053C5C031E3}"/>
              </a:ext>
            </a:extLst>
          </p:cNvPr>
          <p:cNvSpPr txBox="1"/>
          <p:nvPr/>
        </p:nvSpPr>
        <p:spPr>
          <a:xfrm>
            <a:off x="6926674" y="4397828"/>
            <a:ext cx="7601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/>
              <a:t>EECP</a:t>
            </a:r>
            <a:endParaRPr lang="ko-KR" altLang="en-US" sz="20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6064A9-C8DD-A1EC-1DA2-D8CC15B9A6BE}"/>
              </a:ext>
            </a:extLst>
          </p:cNvPr>
          <p:cNvSpPr txBox="1"/>
          <p:nvPr/>
        </p:nvSpPr>
        <p:spPr>
          <a:xfrm>
            <a:off x="3433859" y="4863854"/>
            <a:ext cx="1157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903BE41F-AEB6-8060-51EE-44F4D231AC5C}"/>
              </a:ext>
            </a:extLst>
          </p:cNvPr>
          <p:cNvCxnSpPr>
            <a:cxnSpLocks/>
            <a:stCxn id="31" idx="3"/>
          </p:cNvCxnSpPr>
          <p:nvPr/>
        </p:nvCxnSpPr>
        <p:spPr>
          <a:xfrm>
            <a:off x="4591164" y="5048520"/>
            <a:ext cx="3715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9792C07B-A043-183B-0998-4F850C5D100E}"/>
              </a:ext>
            </a:extLst>
          </p:cNvPr>
          <p:cNvSpPr/>
          <p:nvPr/>
        </p:nvSpPr>
        <p:spPr>
          <a:xfrm>
            <a:off x="3409199" y="542910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5416947-4126-C6E2-9871-B44A082AE2ED}"/>
              </a:ext>
            </a:extLst>
          </p:cNvPr>
          <p:cNvSpPr/>
          <p:nvPr/>
        </p:nvSpPr>
        <p:spPr>
          <a:xfrm>
            <a:off x="4516730" y="5415031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AB25CF8-4A18-F3EE-C21D-FE1139D018F3}"/>
              </a:ext>
            </a:extLst>
          </p:cNvPr>
          <p:cNvSpPr/>
          <p:nvPr/>
        </p:nvSpPr>
        <p:spPr>
          <a:xfrm>
            <a:off x="3409199" y="6007013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PG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2AA755E-0424-56AD-8026-E8389BE3553B}"/>
              </a:ext>
            </a:extLst>
          </p:cNvPr>
          <p:cNvSpPr/>
          <p:nvPr/>
        </p:nvSpPr>
        <p:spPr>
          <a:xfrm>
            <a:off x="4516730" y="5992944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8C7A890-4DB8-191D-4DEC-1F649473E591}"/>
              </a:ext>
            </a:extLst>
          </p:cNvPr>
          <p:cNvSpPr/>
          <p:nvPr/>
        </p:nvSpPr>
        <p:spPr>
          <a:xfrm>
            <a:off x="5967704" y="541201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</a:t>
            </a:r>
            <a:endParaRPr lang="ko-KR" altLang="en-US" sz="1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FEEFCCE8-EAA5-F0CF-A847-63746B2A6B6B}"/>
              </a:ext>
            </a:extLst>
          </p:cNvPr>
          <p:cNvSpPr/>
          <p:nvPr/>
        </p:nvSpPr>
        <p:spPr>
          <a:xfrm>
            <a:off x="7117439" y="5397943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3F94D0E-2E92-F620-F70A-0271F52260AD}"/>
              </a:ext>
            </a:extLst>
          </p:cNvPr>
          <p:cNvSpPr/>
          <p:nvPr/>
        </p:nvSpPr>
        <p:spPr>
          <a:xfrm>
            <a:off x="5967704" y="598992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MEAS_30</a:t>
            </a:r>
            <a:endParaRPr lang="ko-KR" altLang="en-US" sz="140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729ADB6-DD42-14AA-E5E8-5C421DF92494}"/>
              </a:ext>
            </a:extLst>
          </p:cNvPr>
          <p:cNvSpPr/>
          <p:nvPr/>
        </p:nvSpPr>
        <p:spPr>
          <a:xfrm>
            <a:off x="7117439" y="5975856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75D8D8B-43CB-8168-E0A1-7D4126AF46A4}"/>
              </a:ext>
            </a:extLst>
          </p:cNvPr>
          <p:cNvSpPr/>
          <p:nvPr/>
        </p:nvSpPr>
        <p:spPr>
          <a:xfrm>
            <a:off x="5967703" y="660074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MEAS_45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720C75D-5203-4646-3B45-FF4229FD0A7A}"/>
              </a:ext>
            </a:extLst>
          </p:cNvPr>
          <p:cNvSpPr/>
          <p:nvPr/>
        </p:nvSpPr>
        <p:spPr>
          <a:xfrm>
            <a:off x="7117438" y="6586676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65E107-9431-2D8C-9A06-542F3AC98281}"/>
              </a:ext>
            </a:extLst>
          </p:cNvPr>
          <p:cNvSpPr/>
          <p:nvPr/>
        </p:nvSpPr>
        <p:spPr>
          <a:xfrm>
            <a:off x="5967703" y="7178658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17CB483-5CEF-F362-0082-0F06949B5A92}"/>
              </a:ext>
            </a:extLst>
          </p:cNvPr>
          <p:cNvSpPr/>
          <p:nvPr/>
        </p:nvSpPr>
        <p:spPr>
          <a:xfrm>
            <a:off x="7117438" y="7164589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540EB9C-CA19-958F-2175-C78ED5019F2C}"/>
              </a:ext>
            </a:extLst>
          </p:cNvPr>
          <p:cNvSpPr/>
          <p:nvPr/>
        </p:nvSpPr>
        <p:spPr>
          <a:xfrm>
            <a:off x="5967703" y="771052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MEAS_60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ED7A3B-F49F-078A-A355-58F6605C6E4E}"/>
              </a:ext>
            </a:extLst>
          </p:cNvPr>
          <p:cNvSpPr/>
          <p:nvPr/>
        </p:nvSpPr>
        <p:spPr>
          <a:xfrm>
            <a:off x="7117438" y="7696458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579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8034C-2D99-B045-A12E-C9BD199B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9AE2E60A-A9B8-FB78-FB13-3B9D71D7E1D1}"/>
              </a:ext>
            </a:extLst>
          </p:cNvPr>
          <p:cNvSpPr/>
          <p:nvPr/>
        </p:nvSpPr>
        <p:spPr>
          <a:xfrm>
            <a:off x="191406" y="1880730"/>
            <a:ext cx="5145686" cy="746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AD060D3-3566-7D4B-D4A7-892269D0A918}"/>
              </a:ext>
            </a:extLst>
          </p:cNvPr>
          <p:cNvSpPr/>
          <p:nvPr/>
        </p:nvSpPr>
        <p:spPr>
          <a:xfrm>
            <a:off x="1658679" y="8677659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AC89BE6-3D3A-1B3F-D353-5E6AEDAECC6D}"/>
              </a:ext>
            </a:extLst>
          </p:cNvPr>
          <p:cNvSpPr/>
          <p:nvPr/>
        </p:nvSpPr>
        <p:spPr>
          <a:xfrm>
            <a:off x="10214487" y="334369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1AE31EF8-53AE-B876-1C91-FCFA82E435C0}"/>
              </a:ext>
            </a:extLst>
          </p:cNvPr>
          <p:cNvSpPr/>
          <p:nvPr/>
        </p:nvSpPr>
        <p:spPr>
          <a:xfrm>
            <a:off x="11322018" y="3329628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A3C0FA9-590D-0F5E-22C1-A9A7AEEAF910}"/>
              </a:ext>
            </a:extLst>
          </p:cNvPr>
          <p:cNvSpPr/>
          <p:nvPr/>
        </p:nvSpPr>
        <p:spPr>
          <a:xfrm>
            <a:off x="10214487" y="392161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PG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86B9152-FB09-F31C-B480-8473C971D70E}"/>
              </a:ext>
            </a:extLst>
          </p:cNvPr>
          <p:cNvSpPr/>
          <p:nvPr/>
        </p:nvSpPr>
        <p:spPr>
          <a:xfrm>
            <a:off x="11322018" y="390754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055F24E-5761-9BF5-26B9-4062F9036B74}"/>
              </a:ext>
            </a:extLst>
          </p:cNvPr>
          <p:cNvSpPr/>
          <p:nvPr/>
        </p:nvSpPr>
        <p:spPr>
          <a:xfrm>
            <a:off x="12772992" y="332660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</a:t>
            </a:r>
            <a:endParaRPr lang="ko-KR" altLang="en-US" sz="1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992545C-E0BD-A7A9-7D19-D45FBDD220F3}"/>
              </a:ext>
            </a:extLst>
          </p:cNvPr>
          <p:cNvSpPr/>
          <p:nvPr/>
        </p:nvSpPr>
        <p:spPr>
          <a:xfrm>
            <a:off x="13922727" y="3312540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D6F8FFC-4CBF-D02B-092F-DB16C3DD9235}"/>
              </a:ext>
            </a:extLst>
          </p:cNvPr>
          <p:cNvSpPr/>
          <p:nvPr/>
        </p:nvSpPr>
        <p:spPr>
          <a:xfrm>
            <a:off x="12772992" y="390452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MEAS_30</a:t>
            </a:r>
            <a:endParaRPr lang="ko-KR" altLang="en-US" sz="140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C5BDA62-4B5F-6E47-7E8A-A21EDC888C52}"/>
              </a:ext>
            </a:extLst>
          </p:cNvPr>
          <p:cNvSpPr/>
          <p:nvPr/>
        </p:nvSpPr>
        <p:spPr>
          <a:xfrm>
            <a:off x="13922727" y="389045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3CADF1B2-1B9B-7E5F-B41B-5241CFCDB270}"/>
              </a:ext>
            </a:extLst>
          </p:cNvPr>
          <p:cNvSpPr/>
          <p:nvPr/>
        </p:nvSpPr>
        <p:spPr>
          <a:xfrm>
            <a:off x="12772991" y="45153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MEAS_45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F58EEF3-52DD-4207-FACC-AB5D49AFED45}"/>
              </a:ext>
            </a:extLst>
          </p:cNvPr>
          <p:cNvSpPr/>
          <p:nvPr/>
        </p:nvSpPr>
        <p:spPr>
          <a:xfrm>
            <a:off x="13922726" y="4501273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498C3EF-1D03-5946-7DD0-EBD510CA1449}"/>
              </a:ext>
            </a:extLst>
          </p:cNvPr>
          <p:cNvSpPr/>
          <p:nvPr/>
        </p:nvSpPr>
        <p:spPr>
          <a:xfrm>
            <a:off x="12772991" y="509325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1CAD46A-D697-E399-7555-7C9180EB8264}"/>
              </a:ext>
            </a:extLst>
          </p:cNvPr>
          <p:cNvSpPr/>
          <p:nvPr/>
        </p:nvSpPr>
        <p:spPr>
          <a:xfrm>
            <a:off x="13922726" y="5079186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E192A80-C3EC-F267-DC00-B8831C632CF8}"/>
              </a:ext>
            </a:extLst>
          </p:cNvPr>
          <p:cNvSpPr/>
          <p:nvPr/>
        </p:nvSpPr>
        <p:spPr>
          <a:xfrm>
            <a:off x="12772991" y="5625124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MEAS_60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3C005A4C-3F0D-B41F-2318-78068FC08DB9}"/>
              </a:ext>
            </a:extLst>
          </p:cNvPr>
          <p:cNvSpPr/>
          <p:nvPr/>
        </p:nvSpPr>
        <p:spPr>
          <a:xfrm>
            <a:off x="13922726" y="5611055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61D639-AC00-C432-2484-3B21DE0F8E48}"/>
              </a:ext>
            </a:extLst>
          </p:cNvPr>
          <p:cNvSpPr/>
          <p:nvPr/>
        </p:nvSpPr>
        <p:spPr>
          <a:xfrm>
            <a:off x="3586304" y="1678678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ALL</a:t>
            </a:r>
            <a:r>
              <a:rPr lang="ko-KR" altLang="en-US" sz="1400"/>
              <a:t> </a:t>
            </a:r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2CCD52-29EC-6601-4A27-B281418BE522}"/>
              </a:ext>
            </a:extLst>
          </p:cNvPr>
          <p:cNvSpPr txBox="1"/>
          <p:nvPr/>
        </p:nvSpPr>
        <p:spPr>
          <a:xfrm>
            <a:off x="296763" y="2591886"/>
            <a:ext cx="48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</a:t>
            </a:r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CA09B7-431D-454D-7C2E-FA4E7B64C45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77985" y="2776552"/>
            <a:ext cx="43912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C505973-B07A-94D2-4BC0-CB2017E66743}"/>
              </a:ext>
            </a:extLst>
          </p:cNvPr>
          <p:cNvSpPr txBox="1"/>
          <p:nvPr/>
        </p:nvSpPr>
        <p:spPr>
          <a:xfrm>
            <a:off x="191406" y="359335"/>
            <a:ext cx="17264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레시피 조건</a:t>
            </a:r>
            <a:r>
              <a:rPr lang="en-US" altLang="ko-KR"/>
              <a:t>:</a:t>
            </a:r>
          </a:p>
          <a:p>
            <a:r>
              <a:rPr lang="fr-FR" altLang="ko-KR"/>
              <a:t>HVI_MODE=T</a:t>
            </a:r>
          </a:p>
          <a:p>
            <a:r>
              <a:rPr lang="fr-FR" altLang="ko-KR"/>
              <a:t>MTP_ZONE=2</a:t>
            </a:r>
          </a:p>
          <a:p>
            <a:r>
              <a:rPr lang="fr-FR" altLang="ko-KR"/>
              <a:t>MEAS_MULIT=T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9AB05E0-5530-89AC-CC0D-3838E5A1F30D}"/>
              </a:ext>
            </a:extLst>
          </p:cNvPr>
          <p:cNvSpPr/>
          <p:nvPr/>
        </p:nvSpPr>
        <p:spPr>
          <a:xfrm>
            <a:off x="296763" y="1678678"/>
            <a:ext cx="136191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4EE165-5D74-A3D6-0D10-56037D674829}"/>
              </a:ext>
            </a:extLst>
          </p:cNvPr>
          <p:cNvSpPr/>
          <p:nvPr/>
        </p:nvSpPr>
        <p:spPr>
          <a:xfrm>
            <a:off x="296763" y="31198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9FB23F0-276D-739C-7AD2-59D2549ECA33}"/>
              </a:ext>
            </a:extLst>
          </p:cNvPr>
          <p:cNvSpPr/>
          <p:nvPr/>
        </p:nvSpPr>
        <p:spPr>
          <a:xfrm>
            <a:off x="1404294" y="310577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CC1530-CA6D-6465-BC88-C2B351DA3C67}"/>
              </a:ext>
            </a:extLst>
          </p:cNvPr>
          <p:cNvSpPr/>
          <p:nvPr/>
        </p:nvSpPr>
        <p:spPr>
          <a:xfrm>
            <a:off x="3396271" y="3105773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003871-AAF0-7597-A819-E318B517E10C}"/>
              </a:ext>
            </a:extLst>
          </p:cNvPr>
          <p:cNvSpPr txBox="1"/>
          <p:nvPr/>
        </p:nvSpPr>
        <p:spPr>
          <a:xfrm>
            <a:off x="309542" y="3731665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16FF022-79E4-E15B-9193-D3592613F8AC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300262" y="3916331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686F07-2ADC-2E63-1140-98B171EBF931}"/>
              </a:ext>
            </a:extLst>
          </p:cNvPr>
          <p:cNvSpPr/>
          <p:nvPr/>
        </p:nvSpPr>
        <p:spPr>
          <a:xfrm>
            <a:off x="296763" y="421578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F4C7DC66-362C-22C0-6D30-33F688A6DEA4}"/>
              </a:ext>
            </a:extLst>
          </p:cNvPr>
          <p:cNvSpPr/>
          <p:nvPr/>
        </p:nvSpPr>
        <p:spPr>
          <a:xfrm>
            <a:off x="1404294" y="4201720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C1B7EF-70F4-2EC4-91B6-34569CDD81D7}"/>
              </a:ext>
            </a:extLst>
          </p:cNvPr>
          <p:cNvSpPr/>
          <p:nvPr/>
        </p:nvSpPr>
        <p:spPr>
          <a:xfrm>
            <a:off x="3396271" y="4201720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CE6B5A-831C-6DBB-5974-AC576B036153}"/>
              </a:ext>
            </a:extLst>
          </p:cNvPr>
          <p:cNvSpPr txBox="1"/>
          <p:nvPr/>
        </p:nvSpPr>
        <p:spPr>
          <a:xfrm>
            <a:off x="309542" y="4747378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MEAS_2</a:t>
            </a:r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10CAE06-6798-886F-FA04-864AE39EEC98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300262" y="4932044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F3368EF-A5DB-923D-F0D4-22CDC360484E}"/>
              </a:ext>
            </a:extLst>
          </p:cNvPr>
          <p:cNvSpPr/>
          <p:nvPr/>
        </p:nvSpPr>
        <p:spPr>
          <a:xfrm>
            <a:off x="296763" y="523150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1D89487-AB9E-7620-6AB6-4A35BB3A9F65}"/>
              </a:ext>
            </a:extLst>
          </p:cNvPr>
          <p:cNvSpPr/>
          <p:nvPr/>
        </p:nvSpPr>
        <p:spPr>
          <a:xfrm>
            <a:off x="1404294" y="521743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5BA014B-7A28-3E19-D30A-C0FE751A07A8}"/>
              </a:ext>
            </a:extLst>
          </p:cNvPr>
          <p:cNvSpPr/>
          <p:nvPr/>
        </p:nvSpPr>
        <p:spPr>
          <a:xfrm>
            <a:off x="3396271" y="5217433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541216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5A64E-90E3-2973-0501-B03939534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F404D0-5966-F2D9-D6A7-F3BA57957906}"/>
              </a:ext>
            </a:extLst>
          </p:cNvPr>
          <p:cNvSpPr/>
          <p:nvPr/>
        </p:nvSpPr>
        <p:spPr>
          <a:xfrm>
            <a:off x="191406" y="1880730"/>
            <a:ext cx="5145686" cy="746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00A753EC-720B-2610-24A5-DF382552AF2D}"/>
              </a:ext>
            </a:extLst>
          </p:cNvPr>
          <p:cNvSpPr/>
          <p:nvPr/>
        </p:nvSpPr>
        <p:spPr>
          <a:xfrm>
            <a:off x="1658679" y="8677659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A67DAB9-8719-ADA3-ED19-14122BDC3359}"/>
              </a:ext>
            </a:extLst>
          </p:cNvPr>
          <p:cNvSpPr/>
          <p:nvPr/>
        </p:nvSpPr>
        <p:spPr>
          <a:xfrm>
            <a:off x="10214487" y="334369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0BE9E99-2E46-52A7-52C8-2655814F7DB8}"/>
              </a:ext>
            </a:extLst>
          </p:cNvPr>
          <p:cNvSpPr/>
          <p:nvPr/>
        </p:nvSpPr>
        <p:spPr>
          <a:xfrm>
            <a:off x="11322018" y="3329628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B87CDE80-70FA-5851-7B00-42927703EF2D}"/>
              </a:ext>
            </a:extLst>
          </p:cNvPr>
          <p:cNvSpPr/>
          <p:nvPr/>
        </p:nvSpPr>
        <p:spPr>
          <a:xfrm>
            <a:off x="10214487" y="392161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PG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4E745762-6074-5D87-E8F7-6C435F82B00E}"/>
              </a:ext>
            </a:extLst>
          </p:cNvPr>
          <p:cNvSpPr/>
          <p:nvPr/>
        </p:nvSpPr>
        <p:spPr>
          <a:xfrm>
            <a:off x="11322018" y="390754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E817FA9A-6CC2-3E9A-15BA-985BB1E48B73}"/>
              </a:ext>
            </a:extLst>
          </p:cNvPr>
          <p:cNvSpPr/>
          <p:nvPr/>
        </p:nvSpPr>
        <p:spPr>
          <a:xfrm>
            <a:off x="12772992" y="332660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</a:t>
            </a:r>
            <a:endParaRPr lang="ko-KR" altLang="en-US" sz="1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C28745F-19CD-3D89-7273-BFBEA6CDEAA6}"/>
              </a:ext>
            </a:extLst>
          </p:cNvPr>
          <p:cNvSpPr/>
          <p:nvPr/>
        </p:nvSpPr>
        <p:spPr>
          <a:xfrm>
            <a:off x="13922727" y="3312540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539CE1DC-0922-0050-8800-A4F7D1F2A1E4}"/>
              </a:ext>
            </a:extLst>
          </p:cNvPr>
          <p:cNvSpPr/>
          <p:nvPr/>
        </p:nvSpPr>
        <p:spPr>
          <a:xfrm>
            <a:off x="12772992" y="390452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MEAS_30</a:t>
            </a:r>
            <a:endParaRPr lang="ko-KR" altLang="en-US" sz="140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1A38834-72CD-DF7C-1D08-969EC0708834}"/>
              </a:ext>
            </a:extLst>
          </p:cNvPr>
          <p:cNvSpPr/>
          <p:nvPr/>
        </p:nvSpPr>
        <p:spPr>
          <a:xfrm>
            <a:off x="13922727" y="389045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D989A28-198F-7E81-0148-224027972FD2}"/>
              </a:ext>
            </a:extLst>
          </p:cNvPr>
          <p:cNvSpPr/>
          <p:nvPr/>
        </p:nvSpPr>
        <p:spPr>
          <a:xfrm>
            <a:off x="12772991" y="45153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MEAS_45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4B2C2B3-D9CE-59FD-97CE-BCF26458FFFC}"/>
              </a:ext>
            </a:extLst>
          </p:cNvPr>
          <p:cNvSpPr/>
          <p:nvPr/>
        </p:nvSpPr>
        <p:spPr>
          <a:xfrm>
            <a:off x="13922726" y="4501273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D50ABE4-D285-E9F0-E924-617862BB50C6}"/>
              </a:ext>
            </a:extLst>
          </p:cNvPr>
          <p:cNvSpPr/>
          <p:nvPr/>
        </p:nvSpPr>
        <p:spPr>
          <a:xfrm>
            <a:off x="12772991" y="509325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0920F01-3BD4-05E2-DAE2-343B6E967482}"/>
              </a:ext>
            </a:extLst>
          </p:cNvPr>
          <p:cNvSpPr/>
          <p:nvPr/>
        </p:nvSpPr>
        <p:spPr>
          <a:xfrm>
            <a:off x="13922726" y="5079186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2FA8B97-6590-47BD-6C49-18BC37ED30A6}"/>
              </a:ext>
            </a:extLst>
          </p:cNvPr>
          <p:cNvSpPr/>
          <p:nvPr/>
        </p:nvSpPr>
        <p:spPr>
          <a:xfrm>
            <a:off x="12772991" y="5625124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MEAS_60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C9C4CBB-2588-6B26-7CCC-B97537CE4888}"/>
              </a:ext>
            </a:extLst>
          </p:cNvPr>
          <p:cNvSpPr/>
          <p:nvPr/>
        </p:nvSpPr>
        <p:spPr>
          <a:xfrm>
            <a:off x="13922726" y="5611055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962B1B-85B7-7963-986C-05939D09B264}"/>
              </a:ext>
            </a:extLst>
          </p:cNvPr>
          <p:cNvSpPr/>
          <p:nvPr/>
        </p:nvSpPr>
        <p:spPr>
          <a:xfrm>
            <a:off x="3586304" y="1678678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ALL</a:t>
            </a:r>
            <a:r>
              <a:rPr lang="ko-KR" altLang="en-US" sz="1400"/>
              <a:t> </a:t>
            </a:r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7FA09C-7C9C-941B-5D40-A1F836818965}"/>
              </a:ext>
            </a:extLst>
          </p:cNvPr>
          <p:cNvSpPr txBox="1"/>
          <p:nvPr/>
        </p:nvSpPr>
        <p:spPr>
          <a:xfrm>
            <a:off x="296763" y="2591886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PG_1</a:t>
            </a:r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FE8CE51-3C36-A34D-5C39-F444070C6A0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007214" y="2776552"/>
            <a:ext cx="4162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90610B5-9035-B531-3139-06D9EEE058CF}"/>
              </a:ext>
            </a:extLst>
          </p:cNvPr>
          <p:cNvSpPr txBox="1"/>
          <p:nvPr/>
        </p:nvSpPr>
        <p:spPr>
          <a:xfrm>
            <a:off x="191406" y="359335"/>
            <a:ext cx="172649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레시피 조건</a:t>
            </a:r>
            <a:r>
              <a:rPr lang="en-US" altLang="ko-KR"/>
              <a:t>:</a:t>
            </a:r>
          </a:p>
          <a:p>
            <a:r>
              <a:rPr lang="fr-FR" altLang="ko-KR"/>
              <a:t>HVI_MODE=F</a:t>
            </a:r>
          </a:p>
          <a:p>
            <a:r>
              <a:rPr lang="fr-FR" altLang="ko-KR"/>
              <a:t>MTP_ZONE=2</a:t>
            </a:r>
          </a:p>
          <a:p>
            <a:r>
              <a:rPr lang="fr-FR" altLang="ko-KR"/>
              <a:t>MEAS_MULIT=T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C4B38C-E45B-8710-2CD9-8174F672C47D}"/>
              </a:ext>
            </a:extLst>
          </p:cNvPr>
          <p:cNvSpPr/>
          <p:nvPr/>
        </p:nvSpPr>
        <p:spPr>
          <a:xfrm>
            <a:off x="296763" y="1678678"/>
            <a:ext cx="136191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7D3701-42EB-8156-20DA-E05E72BF4984}"/>
              </a:ext>
            </a:extLst>
          </p:cNvPr>
          <p:cNvSpPr/>
          <p:nvPr/>
        </p:nvSpPr>
        <p:spPr>
          <a:xfrm>
            <a:off x="296763" y="31198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F7F9EF0-6951-A97B-60E7-F05909A7B33C}"/>
              </a:ext>
            </a:extLst>
          </p:cNvPr>
          <p:cNvSpPr/>
          <p:nvPr/>
        </p:nvSpPr>
        <p:spPr>
          <a:xfrm>
            <a:off x="1404294" y="310577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E0419C2-A7A7-B7D4-3A80-81B7CF374B25}"/>
              </a:ext>
            </a:extLst>
          </p:cNvPr>
          <p:cNvSpPr/>
          <p:nvPr/>
        </p:nvSpPr>
        <p:spPr>
          <a:xfrm>
            <a:off x="3396271" y="3105773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51900-1638-A8ED-4DDF-431CA652968A}"/>
              </a:ext>
            </a:extLst>
          </p:cNvPr>
          <p:cNvSpPr txBox="1"/>
          <p:nvPr/>
        </p:nvSpPr>
        <p:spPr>
          <a:xfrm>
            <a:off x="309542" y="4519456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73A3664-3621-6F83-BB40-247378F1FF7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300262" y="4704122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70A5DBB-5CB2-06AB-EC51-7F9C6831D12F}"/>
              </a:ext>
            </a:extLst>
          </p:cNvPr>
          <p:cNvSpPr/>
          <p:nvPr/>
        </p:nvSpPr>
        <p:spPr>
          <a:xfrm>
            <a:off x="296763" y="500358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DCC6CC7-7883-FAC3-2F1E-59B74327338C}"/>
              </a:ext>
            </a:extLst>
          </p:cNvPr>
          <p:cNvSpPr/>
          <p:nvPr/>
        </p:nvSpPr>
        <p:spPr>
          <a:xfrm>
            <a:off x="1404294" y="498951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54ABDB8-ADCA-1D11-2E78-F8CD88EE6B23}"/>
              </a:ext>
            </a:extLst>
          </p:cNvPr>
          <p:cNvSpPr/>
          <p:nvPr/>
        </p:nvSpPr>
        <p:spPr>
          <a:xfrm>
            <a:off x="3396271" y="4989511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57CD6D-4AAF-ED18-B8BB-D42AFD5CAF79}"/>
              </a:ext>
            </a:extLst>
          </p:cNvPr>
          <p:cNvSpPr txBox="1"/>
          <p:nvPr/>
        </p:nvSpPr>
        <p:spPr>
          <a:xfrm>
            <a:off x="309542" y="5535169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MEAS_2</a:t>
            </a:r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C012E81-A30C-8829-83BC-09F20221BE40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300262" y="5719835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E46E21C-1D88-42ED-C5AD-E3B36D364239}"/>
              </a:ext>
            </a:extLst>
          </p:cNvPr>
          <p:cNvSpPr/>
          <p:nvPr/>
        </p:nvSpPr>
        <p:spPr>
          <a:xfrm>
            <a:off x="296763" y="6019293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0BC3E1F-E3B5-D436-B927-E5E8D19F1AC4}"/>
              </a:ext>
            </a:extLst>
          </p:cNvPr>
          <p:cNvSpPr/>
          <p:nvPr/>
        </p:nvSpPr>
        <p:spPr>
          <a:xfrm>
            <a:off x="1404294" y="6005224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8F6931E-656C-F924-D177-5848BE58402F}"/>
              </a:ext>
            </a:extLst>
          </p:cNvPr>
          <p:cNvSpPr/>
          <p:nvPr/>
        </p:nvSpPr>
        <p:spPr>
          <a:xfrm>
            <a:off x="3396271" y="6005224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1A5457-4032-1BBE-3CB8-2A7C10CAD88B}"/>
              </a:ext>
            </a:extLst>
          </p:cNvPr>
          <p:cNvSpPr txBox="1"/>
          <p:nvPr/>
        </p:nvSpPr>
        <p:spPr>
          <a:xfrm>
            <a:off x="309542" y="3589572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PG_2</a:t>
            </a:r>
            <a:endParaRPr lang="ko-KR" altLang="en-US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F51FFAD-1612-8A04-6F10-2DCCFA6F5D0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019993" y="3774238"/>
            <a:ext cx="4162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B0FEF738-09E0-5428-8415-3254735940F8}"/>
              </a:ext>
            </a:extLst>
          </p:cNvPr>
          <p:cNvSpPr/>
          <p:nvPr/>
        </p:nvSpPr>
        <p:spPr>
          <a:xfrm>
            <a:off x="309542" y="4117528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6360A6F-27C2-475D-C611-3C1BBFA45C4F}"/>
              </a:ext>
            </a:extLst>
          </p:cNvPr>
          <p:cNvSpPr/>
          <p:nvPr/>
        </p:nvSpPr>
        <p:spPr>
          <a:xfrm>
            <a:off x="1417073" y="4103459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FBE939A-2C0E-3095-C880-1C06C5FEC5F8}"/>
              </a:ext>
            </a:extLst>
          </p:cNvPr>
          <p:cNvSpPr/>
          <p:nvPr/>
        </p:nvSpPr>
        <p:spPr>
          <a:xfrm>
            <a:off x="3409050" y="4103459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5621506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1AEFD-0348-4D57-BF3C-2D857BD5A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76643327-416C-B259-D931-A6CDA930D0B1}"/>
              </a:ext>
            </a:extLst>
          </p:cNvPr>
          <p:cNvSpPr/>
          <p:nvPr/>
        </p:nvSpPr>
        <p:spPr>
          <a:xfrm>
            <a:off x="191406" y="3189026"/>
            <a:ext cx="5145686" cy="746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D0367AE-03A0-7268-D6ED-287C66848A2D}"/>
              </a:ext>
            </a:extLst>
          </p:cNvPr>
          <p:cNvSpPr/>
          <p:nvPr/>
        </p:nvSpPr>
        <p:spPr>
          <a:xfrm>
            <a:off x="1658679" y="9985955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8DAD60B-672E-D805-C151-A7A11EC3C891}"/>
              </a:ext>
            </a:extLst>
          </p:cNvPr>
          <p:cNvSpPr/>
          <p:nvPr/>
        </p:nvSpPr>
        <p:spPr>
          <a:xfrm>
            <a:off x="10214487" y="334369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DD97047-F104-8F02-7177-119960A91012}"/>
              </a:ext>
            </a:extLst>
          </p:cNvPr>
          <p:cNvSpPr/>
          <p:nvPr/>
        </p:nvSpPr>
        <p:spPr>
          <a:xfrm>
            <a:off x="11322018" y="3329628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B77DF2B-2ADB-A1BE-9D40-1F5AC0537721}"/>
              </a:ext>
            </a:extLst>
          </p:cNvPr>
          <p:cNvSpPr/>
          <p:nvPr/>
        </p:nvSpPr>
        <p:spPr>
          <a:xfrm>
            <a:off x="10214487" y="392161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PG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6DD174-518D-0F66-80D2-CD3CBA383D35}"/>
              </a:ext>
            </a:extLst>
          </p:cNvPr>
          <p:cNvSpPr/>
          <p:nvPr/>
        </p:nvSpPr>
        <p:spPr>
          <a:xfrm>
            <a:off x="11322018" y="390754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34E9D19-3A1B-A7D1-9C2D-6E2D95F0B2E7}"/>
              </a:ext>
            </a:extLst>
          </p:cNvPr>
          <p:cNvSpPr/>
          <p:nvPr/>
        </p:nvSpPr>
        <p:spPr>
          <a:xfrm>
            <a:off x="12772992" y="332660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</a:t>
            </a:r>
            <a:endParaRPr lang="ko-KR" altLang="en-US" sz="1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BE990A4-B545-C2BD-C48C-A4E269E6D411}"/>
              </a:ext>
            </a:extLst>
          </p:cNvPr>
          <p:cNvSpPr/>
          <p:nvPr/>
        </p:nvSpPr>
        <p:spPr>
          <a:xfrm>
            <a:off x="13922727" y="3312540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162645B-8CBA-4E0C-3A14-7AEF0E829708}"/>
              </a:ext>
            </a:extLst>
          </p:cNvPr>
          <p:cNvSpPr/>
          <p:nvPr/>
        </p:nvSpPr>
        <p:spPr>
          <a:xfrm>
            <a:off x="12772992" y="390452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MEAS_30</a:t>
            </a:r>
            <a:endParaRPr lang="ko-KR" altLang="en-US" sz="140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E3702D0-1C99-B5A3-0B35-2F31D3CC6D9A}"/>
              </a:ext>
            </a:extLst>
          </p:cNvPr>
          <p:cNvSpPr/>
          <p:nvPr/>
        </p:nvSpPr>
        <p:spPr>
          <a:xfrm>
            <a:off x="13922727" y="389045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5FDCC7E-0059-0FD9-D990-452990086F6D}"/>
              </a:ext>
            </a:extLst>
          </p:cNvPr>
          <p:cNvSpPr/>
          <p:nvPr/>
        </p:nvSpPr>
        <p:spPr>
          <a:xfrm>
            <a:off x="12772991" y="45153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MEAS_45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FCB4ADD-7531-4A2A-3723-FF9CC408596A}"/>
              </a:ext>
            </a:extLst>
          </p:cNvPr>
          <p:cNvSpPr/>
          <p:nvPr/>
        </p:nvSpPr>
        <p:spPr>
          <a:xfrm>
            <a:off x="13922726" y="4501273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D8CEB9D-9DC8-CAA7-D9E6-3E080C583FD5}"/>
              </a:ext>
            </a:extLst>
          </p:cNvPr>
          <p:cNvSpPr/>
          <p:nvPr/>
        </p:nvSpPr>
        <p:spPr>
          <a:xfrm>
            <a:off x="12772991" y="509325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63D8AA2-02A7-4CF1-1743-71E80BB7B72E}"/>
              </a:ext>
            </a:extLst>
          </p:cNvPr>
          <p:cNvSpPr/>
          <p:nvPr/>
        </p:nvSpPr>
        <p:spPr>
          <a:xfrm>
            <a:off x="13922726" y="5079186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70FA3EB-B6C8-7E8A-E284-7E898BB7D493}"/>
              </a:ext>
            </a:extLst>
          </p:cNvPr>
          <p:cNvSpPr/>
          <p:nvPr/>
        </p:nvSpPr>
        <p:spPr>
          <a:xfrm>
            <a:off x="12772991" y="5625124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MEAS_60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9B62F86-9A35-725C-ED4A-B2158F43ED39}"/>
              </a:ext>
            </a:extLst>
          </p:cNvPr>
          <p:cNvSpPr/>
          <p:nvPr/>
        </p:nvSpPr>
        <p:spPr>
          <a:xfrm>
            <a:off x="13922726" y="5611055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FEEA4C-39DF-1E2C-ECC7-B7BD26803723}"/>
              </a:ext>
            </a:extLst>
          </p:cNvPr>
          <p:cNvSpPr/>
          <p:nvPr/>
        </p:nvSpPr>
        <p:spPr>
          <a:xfrm>
            <a:off x="3586304" y="2986974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ALL</a:t>
            </a:r>
            <a:r>
              <a:rPr lang="ko-KR" altLang="en-US" sz="1400"/>
              <a:t> </a:t>
            </a:r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336316-4C8A-65AF-865D-4FEEFE597484}"/>
              </a:ext>
            </a:extLst>
          </p:cNvPr>
          <p:cNvSpPr txBox="1"/>
          <p:nvPr/>
        </p:nvSpPr>
        <p:spPr>
          <a:xfrm>
            <a:off x="296763" y="3450015"/>
            <a:ext cx="481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</a:t>
            </a:r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54AE5B6D-7D24-E8D4-27F2-2703DA8B655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777985" y="3634681"/>
            <a:ext cx="43912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285E6CA-CEB9-EF45-4083-9F634E0F600B}"/>
              </a:ext>
            </a:extLst>
          </p:cNvPr>
          <p:cNvSpPr txBox="1"/>
          <p:nvPr/>
        </p:nvSpPr>
        <p:spPr>
          <a:xfrm>
            <a:off x="101715" y="511120"/>
            <a:ext cx="217861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레시피 조건</a:t>
            </a:r>
            <a:r>
              <a:rPr lang="en-US" altLang="ko-KR"/>
              <a:t>:</a:t>
            </a:r>
          </a:p>
          <a:p>
            <a:r>
              <a:rPr lang="en-US" altLang="ko-KR"/>
              <a:t>[Settings]</a:t>
            </a:r>
          </a:p>
          <a:p>
            <a:r>
              <a:rPr lang="fr-FR" altLang="ko-KR"/>
              <a:t>HVI_MODE=T</a:t>
            </a:r>
          </a:p>
          <a:p>
            <a:r>
              <a:rPr lang="fr-FR" altLang="ko-KR"/>
              <a:t>MTP_ZONE=2</a:t>
            </a:r>
          </a:p>
          <a:p>
            <a:r>
              <a:rPr lang="fr-FR" altLang="ko-KR"/>
              <a:t>MEAS_MULIT=F</a:t>
            </a:r>
          </a:p>
          <a:p>
            <a:endParaRPr lang="fr-FR" altLang="ko-KR"/>
          </a:p>
          <a:p>
            <a:r>
              <a:rPr lang="en-US" altLang="ko-KR"/>
              <a:t>[MTP]</a:t>
            </a:r>
          </a:p>
          <a:p>
            <a:r>
              <a:rPr lang="en-US" altLang="ko-KR"/>
              <a:t>WAD=0,15,30,45,60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5AB392-96DE-B22E-A243-AD072524E53B}"/>
              </a:ext>
            </a:extLst>
          </p:cNvPr>
          <p:cNvSpPr/>
          <p:nvPr/>
        </p:nvSpPr>
        <p:spPr>
          <a:xfrm>
            <a:off x="296763" y="2986974"/>
            <a:ext cx="136191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DDF2995-52B4-276B-AB76-D381272402D9}"/>
              </a:ext>
            </a:extLst>
          </p:cNvPr>
          <p:cNvSpPr/>
          <p:nvPr/>
        </p:nvSpPr>
        <p:spPr>
          <a:xfrm>
            <a:off x="296763" y="3977971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8F427D0-5760-565C-2EF4-71C8EED47878}"/>
              </a:ext>
            </a:extLst>
          </p:cNvPr>
          <p:cNvSpPr/>
          <p:nvPr/>
        </p:nvSpPr>
        <p:spPr>
          <a:xfrm>
            <a:off x="1404294" y="3963902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DBC30EF-2BE2-B5C9-E8EE-481B761B404F}"/>
              </a:ext>
            </a:extLst>
          </p:cNvPr>
          <p:cNvSpPr/>
          <p:nvPr/>
        </p:nvSpPr>
        <p:spPr>
          <a:xfrm>
            <a:off x="3396271" y="3963902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4C090-CCE0-CC4D-AF33-D82AA87DEF4D}"/>
              </a:ext>
            </a:extLst>
          </p:cNvPr>
          <p:cNvSpPr txBox="1"/>
          <p:nvPr/>
        </p:nvSpPr>
        <p:spPr>
          <a:xfrm>
            <a:off x="309542" y="4477250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14B5562-5CEE-3EDD-0877-6BD111674CF2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1300262" y="4661916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09C0439-61C1-4D66-8912-E575E2FFF6F2}"/>
              </a:ext>
            </a:extLst>
          </p:cNvPr>
          <p:cNvSpPr/>
          <p:nvPr/>
        </p:nvSpPr>
        <p:spPr>
          <a:xfrm>
            <a:off x="296763" y="4961374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3017AE3-C3FE-8794-10B6-042C051515A5}"/>
              </a:ext>
            </a:extLst>
          </p:cNvPr>
          <p:cNvSpPr/>
          <p:nvPr/>
        </p:nvSpPr>
        <p:spPr>
          <a:xfrm>
            <a:off x="1404294" y="4947305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E14A105-530A-F594-4D9D-A800BBC3B824}"/>
              </a:ext>
            </a:extLst>
          </p:cNvPr>
          <p:cNvSpPr/>
          <p:nvPr/>
        </p:nvSpPr>
        <p:spPr>
          <a:xfrm>
            <a:off x="3396271" y="4947305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4AE8ED-C22F-033F-208F-0D39DC654734}"/>
              </a:ext>
            </a:extLst>
          </p:cNvPr>
          <p:cNvSpPr txBox="1"/>
          <p:nvPr/>
        </p:nvSpPr>
        <p:spPr>
          <a:xfrm>
            <a:off x="309542" y="7643141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MEAS_2</a:t>
            </a:r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2CD6558-2908-8F41-A065-B3B8CD5D7B56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300262" y="7827807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4C47D008-B851-05BE-F5B2-E1BA04BB5500}"/>
              </a:ext>
            </a:extLst>
          </p:cNvPr>
          <p:cNvSpPr/>
          <p:nvPr/>
        </p:nvSpPr>
        <p:spPr>
          <a:xfrm>
            <a:off x="254559" y="546509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Port_30</a:t>
            </a:r>
            <a:endParaRPr lang="ko-KR" altLang="en-US" sz="140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223BD87-99D8-BEF2-AA99-872FB2C01622}"/>
              </a:ext>
            </a:extLst>
          </p:cNvPr>
          <p:cNvSpPr/>
          <p:nvPr/>
        </p:nvSpPr>
        <p:spPr>
          <a:xfrm>
            <a:off x="1404294" y="545102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5C3C36-2A74-243A-4495-753B2F8C3B6F}"/>
              </a:ext>
            </a:extLst>
          </p:cNvPr>
          <p:cNvSpPr/>
          <p:nvPr/>
        </p:nvSpPr>
        <p:spPr>
          <a:xfrm>
            <a:off x="254558" y="607591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_45</a:t>
            </a:r>
            <a:endParaRPr lang="ko-KR" altLang="en-US" sz="140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C6F3955-4555-11D1-73A0-5A45E324973B}"/>
              </a:ext>
            </a:extLst>
          </p:cNvPr>
          <p:cNvSpPr/>
          <p:nvPr/>
        </p:nvSpPr>
        <p:spPr>
          <a:xfrm>
            <a:off x="1404293" y="6061841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C78D3CC-0A8A-BBCA-818E-814784182BA0}"/>
              </a:ext>
            </a:extLst>
          </p:cNvPr>
          <p:cNvSpPr/>
          <p:nvPr/>
        </p:nvSpPr>
        <p:spPr>
          <a:xfrm>
            <a:off x="254558" y="6653823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_15</a:t>
            </a:r>
            <a:endParaRPr lang="ko-KR" altLang="en-US" sz="140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3DD67FD-EFB0-169F-E9EE-573182E1E279}"/>
              </a:ext>
            </a:extLst>
          </p:cNvPr>
          <p:cNvSpPr/>
          <p:nvPr/>
        </p:nvSpPr>
        <p:spPr>
          <a:xfrm>
            <a:off x="1404293" y="6639754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A91E599-826F-3F8A-211B-16CA4B1FD6C6}"/>
              </a:ext>
            </a:extLst>
          </p:cNvPr>
          <p:cNvSpPr/>
          <p:nvPr/>
        </p:nvSpPr>
        <p:spPr>
          <a:xfrm>
            <a:off x="254558" y="718569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_60</a:t>
            </a:r>
            <a:endParaRPr lang="ko-KR" altLang="en-US" sz="140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EAA0E9-E313-31F4-F83E-21106EDC7567}"/>
              </a:ext>
            </a:extLst>
          </p:cNvPr>
          <p:cNvSpPr/>
          <p:nvPr/>
        </p:nvSpPr>
        <p:spPr>
          <a:xfrm>
            <a:off x="1404293" y="717162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428F49C-4C76-BD23-3EFF-135B2B132586}"/>
              </a:ext>
            </a:extLst>
          </p:cNvPr>
          <p:cNvSpPr/>
          <p:nvPr/>
        </p:nvSpPr>
        <p:spPr>
          <a:xfrm>
            <a:off x="3396271" y="5477832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6329AE-A1A8-C038-68B8-9FFC77C3BEF1}"/>
              </a:ext>
            </a:extLst>
          </p:cNvPr>
          <p:cNvSpPr/>
          <p:nvPr/>
        </p:nvSpPr>
        <p:spPr>
          <a:xfrm>
            <a:off x="3396271" y="6036656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71392E8-3B94-638E-0513-2B6A87BB8BBF}"/>
              </a:ext>
            </a:extLst>
          </p:cNvPr>
          <p:cNvSpPr/>
          <p:nvPr/>
        </p:nvSpPr>
        <p:spPr>
          <a:xfrm>
            <a:off x="3396271" y="6668207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335D6A8-B7DF-4E4F-CE3D-0682F1289EF6}"/>
              </a:ext>
            </a:extLst>
          </p:cNvPr>
          <p:cNvSpPr/>
          <p:nvPr/>
        </p:nvSpPr>
        <p:spPr>
          <a:xfrm>
            <a:off x="3396271" y="7137771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4B91ABB-D9D9-7900-C215-BF1A02B00D71}"/>
              </a:ext>
            </a:extLst>
          </p:cNvPr>
          <p:cNvSpPr/>
          <p:nvPr/>
        </p:nvSpPr>
        <p:spPr>
          <a:xfrm>
            <a:off x="3396271" y="4438388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 CONNECT</a:t>
            </a:r>
            <a:endParaRPr lang="ko-KR" altLang="en-US" sz="140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BA21DE9-4FF1-04DA-65EF-8561FAAFDC23}"/>
              </a:ext>
            </a:extLst>
          </p:cNvPr>
          <p:cNvSpPr/>
          <p:nvPr/>
        </p:nvSpPr>
        <p:spPr>
          <a:xfrm>
            <a:off x="3396271" y="7653345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MEAS_2 CONNECT</a:t>
            </a:r>
            <a:endParaRPr lang="ko-KR" altLang="en-US" sz="14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3ABD60-FD7D-2CAC-EDFE-7791A6500176}"/>
              </a:ext>
            </a:extLst>
          </p:cNvPr>
          <p:cNvSpPr txBox="1"/>
          <p:nvPr/>
        </p:nvSpPr>
        <p:spPr>
          <a:xfrm>
            <a:off x="318878" y="8230917"/>
            <a:ext cx="454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r>
              <a:rPr lang="ko-KR" altLang="en-US"/>
              <a:t>이랑</a:t>
            </a:r>
            <a:r>
              <a:rPr lang="en-US" altLang="ko-KR"/>
              <a:t> </a:t>
            </a:r>
            <a:r>
              <a:rPr lang="ko-KR" altLang="en-US"/>
              <a:t>동일하게</a:t>
            </a:r>
            <a:r>
              <a:rPr lang="en-US" altLang="ko-KR"/>
              <a:t>!, </a:t>
            </a:r>
            <a:r>
              <a:rPr lang="ko-KR" altLang="en-US"/>
              <a:t>스크롤바 기능 추가</a:t>
            </a:r>
          </a:p>
        </p:txBody>
      </p:sp>
    </p:spTree>
    <p:extLst>
      <p:ext uri="{BB962C8B-B14F-4D97-AF65-F5344CB8AC3E}">
        <p14:creationId xmlns:p14="http://schemas.microsoft.com/office/powerpoint/2010/main" val="3443828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ED12A-201F-39FA-2357-3F9AC6DC8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>
            <a:extLst>
              <a:ext uri="{FF2B5EF4-FFF2-40B4-BE49-F238E27FC236}">
                <a16:creationId xmlns:a16="http://schemas.microsoft.com/office/drawing/2014/main" id="{0BEA9677-B9F7-257B-56B1-FC04D58C1F23}"/>
              </a:ext>
            </a:extLst>
          </p:cNvPr>
          <p:cNvSpPr/>
          <p:nvPr/>
        </p:nvSpPr>
        <p:spPr>
          <a:xfrm>
            <a:off x="191406" y="3189026"/>
            <a:ext cx="5145686" cy="74606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3CA68A0-4D95-08AA-BE9F-55362D7FBBF7}"/>
              </a:ext>
            </a:extLst>
          </p:cNvPr>
          <p:cNvSpPr/>
          <p:nvPr/>
        </p:nvSpPr>
        <p:spPr>
          <a:xfrm>
            <a:off x="1658679" y="9985955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B7051E1-463B-5EA0-2DE8-8D7F8CA762D2}"/>
              </a:ext>
            </a:extLst>
          </p:cNvPr>
          <p:cNvSpPr/>
          <p:nvPr/>
        </p:nvSpPr>
        <p:spPr>
          <a:xfrm>
            <a:off x="10214487" y="334369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1988D07C-2FA0-2747-62F7-A9FD6B6F9F7A}"/>
              </a:ext>
            </a:extLst>
          </p:cNvPr>
          <p:cNvSpPr/>
          <p:nvPr/>
        </p:nvSpPr>
        <p:spPr>
          <a:xfrm>
            <a:off x="11322018" y="3329628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D0D660A-3679-CD3E-596F-021995FC6283}"/>
              </a:ext>
            </a:extLst>
          </p:cNvPr>
          <p:cNvSpPr/>
          <p:nvPr/>
        </p:nvSpPr>
        <p:spPr>
          <a:xfrm>
            <a:off x="10214487" y="392161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PG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8956988-4C41-D8CB-01E9-3D03A7BE0D9D}"/>
              </a:ext>
            </a:extLst>
          </p:cNvPr>
          <p:cNvSpPr/>
          <p:nvPr/>
        </p:nvSpPr>
        <p:spPr>
          <a:xfrm>
            <a:off x="11322018" y="390754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849F4D0-2D43-D002-F5E5-C94AFBDC7165}"/>
              </a:ext>
            </a:extLst>
          </p:cNvPr>
          <p:cNvSpPr/>
          <p:nvPr/>
        </p:nvSpPr>
        <p:spPr>
          <a:xfrm>
            <a:off x="12772992" y="332660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</a:t>
            </a:r>
            <a:endParaRPr lang="ko-KR" altLang="en-US" sz="140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EBBD932-69AC-8776-635A-276C3A648064}"/>
              </a:ext>
            </a:extLst>
          </p:cNvPr>
          <p:cNvSpPr/>
          <p:nvPr/>
        </p:nvSpPr>
        <p:spPr>
          <a:xfrm>
            <a:off x="13922727" y="3312540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74C646D-AA83-F041-B32A-9BE766681045}"/>
              </a:ext>
            </a:extLst>
          </p:cNvPr>
          <p:cNvSpPr/>
          <p:nvPr/>
        </p:nvSpPr>
        <p:spPr>
          <a:xfrm>
            <a:off x="12772992" y="390452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MEAS_30</a:t>
            </a:r>
            <a:endParaRPr lang="ko-KR" altLang="en-US" sz="140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7E5C7B83-6F19-00E6-B9E8-50A2FBE1F8FD}"/>
              </a:ext>
            </a:extLst>
          </p:cNvPr>
          <p:cNvSpPr/>
          <p:nvPr/>
        </p:nvSpPr>
        <p:spPr>
          <a:xfrm>
            <a:off x="13922727" y="389045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77527FF9-7AED-B326-C91A-A5C76CFA748A}"/>
              </a:ext>
            </a:extLst>
          </p:cNvPr>
          <p:cNvSpPr/>
          <p:nvPr/>
        </p:nvSpPr>
        <p:spPr>
          <a:xfrm>
            <a:off x="12772991" y="451534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MEAS_45</a:t>
            </a:r>
            <a:endParaRPr lang="ko-KR" altLang="en-US" sz="140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F2167FC-B57E-5AB5-6F3A-A82434E576DD}"/>
              </a:ext>
            </a:extLst>
          </p:cNvPr>
          <p:cNvSpPr/>
          <p:nvPr/>
        </p:nvSpPr>
        <p:spPr>
          <a:xfrm>
            <a:off x="13922726" y="4501273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93D9546-E95C-2F9D-68AF-AE965F87B58E}"/>
              </a:ext>
            </a:extLst>
          </p:cNvPr>
          <p:cNvSpPr/>
          <p:nvPr/>
        </p:nvSpPr>
        <p:spPr>
          <a:xfrm>
            <a:off x="12772991" y="509325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MEAS_15</a:t>
            </a:r>
            <a:endParaRPr lang="ko-KR" altLang="en-US" sz="140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8C11EB06-44D7-BBA6-BD9A-93C7E8DFD3F4}"/>
              </a:ext>
            </a:extLst>
          </p:cNvPr>
          <p:cNvSpPr/>
          <p:nvPr/>
        </p:nvSpPr>
        <p:spPr>
          <a:xfrm>
            <a:off x="13922726" y="5079186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03787B5-E6B5-9A49-986B-8D45C28FDC8B}"/>
              </a:ext>
            </a:extLst>
          </p:cNvPr>
          <p:cNvSpPr/>
          <p:nvPr/>
        </p:nvSpPr>
        <p:spPr>
          <a:xfrm>
            <a:off x="12772991" y="5625124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MEAS_60</a:t>
            </a:r>
            <a:endParaRPr lang="ko-KR" altLang="en-US" sz="140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AAC7826B-A471-EAA6-657E-0BDBA6AD43F9}"/>
              </a:ext>
            </a:extLst>
          </p:cNvPr>
          <p:cNvSpPr/>
          <p:nvPr/>
        </p:nvSpPr>
        <p:spPr>
          <a:xfrm>
            <a:off x="13922726" y="5611055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1ADB734-38F0-F54B-8BD6-AD786BF42BE6}"/>
              </a:ext>
            </a:extLst>
          </p:cNvPr>
          <p:cNvSpPr/>
          <p:nvPr/>
        </p:nvSpPr>
        <p:spPr>
          <a:xfrm>
            <a:off x="3586304" y="2986974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ALL</a:t>
            </a:r>
            <a:r>
              <a:rPr lang="ko-KR" altLang="en-US" sz="1400"/>
              <a:t> </a:t>
            </a:r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3728C-7080-BEF6-EEBF-810277333AFA}"/>
              </a:ext>
            </a:extLst>
          </p:cNvPr>
          <p:cNvSpPr txBox="1"/>
          <p:nvPr/>
        </p:nvSpPr>
        <p:spPr>
          <a:xfrm>
            <a:off x="296763" y="3450015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PG_1</a:t>
            </a:r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41CF42CA-BF39-0166-CB10-2D42CEA4A009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1007214" y="3634681"/>
            <a:ext cx="4162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1E186F-3EDD-2547-35B8-724862EFCFA7}"/>
              </a:ext>
            </a:extLst>
          </p:cNvPr>
          <p:cNvSpPr txBox="1"/>
          <p:nvPr/>
        </p:nvSpPr>
        <p:spPr>
          <a:xfrm>
            <a:off x="-82091" y="482975"/>
            <a:ext cx="217861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레시피 조건</a:t>
            </a:r>
            <a:r>
              <a:rPr lang="en-US" altLang="ko-KR"/>
              <a:t>:</a:t>
            </a:r>
          </a:p>
          <a:p>
            <a:r>
              <a:rPr lang="en-US" altLang="ko-KR"/>
              <a:t>[Settings]</a:t>
            </a:r>
          </a:p>
          <a:p>
            <a:r>
              <a:rPr lang="fr-FR" altLang="ko-KR"/>
              <a:t>HVI_MODE=F</a:t>
            </a:r>
          </a:p>
          <a:p>
            <a:r>
              <a:rPr lang="fr-FR" altLang="ko-KR"/>
              <a:t>MTP_ZONE=2</a:t>
            </a:r>
          </a:p>
          <a:p>
            <a:r>
              <a:rPr lang="fr-FR" altLang="ko-KR"/>
              <a:t>MEAS_MULIT=F</a:t>
            </a:r>
          </a:p>
          <a:p>
            <a:endParaRPr lang="fr-FR" altLang="ko-KR"/>
          </a:p>
          <a:p>
            <a:r>
              <a:rPr lang="en-US" altLang="ko-KR"/>
              <a:t>[MTP]</a:t>
            </a:r>
          </a:p>
          <a:p>
            <a:r>
              <a:rPr lang="en-US" altLang="ko-KR"/>
              <a:t>WAD=0,15,30,45,60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729E8E-AFDA-6701-A3E1-94B0917B944A}"/>
              </a:ext>
            </a:extLst>
          </p:cNvPr>
          <p:cNvSpPr/>
          <p:nvPr/>
        </p:nvSpPr>
        <p:spPr>
          <a:xfrm>
            <a:off x="296763" y="2986974"/>
            <a:ext cx="136191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3B3A5B9-D5EE-B53C-FA1E-35C87342D04E}"/>
              </a:ext>
            </a:extLst>
          </p:cNvPr>
          <p:cNvSpPr/>
          <p:nvPr/>
        </p:nvSpPr>
        <p:spPr>
          <a:xfrm>
            <a:off x="296763" y="3977971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7C927D-9F0F-BF6F-52E8-8C49C3CAADE3}"/>
              </a:ext>
            </a:extLst>
          </p:cNvPr>
          <p:cNvSpPr/>
          <p:nvPr/>
        </p:nvSpPr>
        <p:spPr>
          <a:xfrm>
            <a:off x="1404294" y="3963902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FBDB4CB-1363-9035-F485-0B5153957405}"/>
              </a:ext>
            </a:extLst>
          </p:cNvPr>
          <p:cNvSpPr/>
          <p:nvPr/>
        </p:nvSpPr>
        <p:spPr>
          <a:xfrm>
            <a:off x="3396271" y="3963902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6A4B77-C72C-C795-BD8F-C5C82A626B5E}"/>
              </a:ext>
            </a:extLst>
          </p:cNvPr>
          <p:cNvSpPr txBox="1"/>
          <p:nvPr/>
        </p:nvSpPr>
        <p:spPr>
          <a:xfrm>
            <a:off x="318878" y="5557745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endParaRPr lang="ko-KR" altLang="en-US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CCE2E-5BCB-B458-032E-9FBC2F8B3B2B}"/>
              </a:ext>
            </a:extLst>
          </p:cNvPr>
          <p:cNvCxnSpPr>
            <a:cxnSpLocks/>
          </p:cNvCxnSpPr>
          <p:nvPr/>
        </p:nvCxnSpPr>
        <p:spPr>
          <a:xfrm>
            <a:off x="1300262" y="5773263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0BA7917-9C2C-996F-B135-BD895DCE4386}"/>
              </a:ext>
            </a:extLst>
          </p:cNvPr>
          <p:cNvSpPr/>
          <p:nvPr/>
        </p:nvSpPr>
        <p:spPr>
          <a:xfrm>
            <a:off x="296763" y="6072721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517485C-9D6B-E7DB-2D98-98A86803936C}"/>
              </a:ext>
            </a:extLst>
          </p:cNvPr>
          <p:cNvSpPr/>
          <p:nvPr/>
        </p:nvSpPr>
        <p:spPr>
          <a:xfrm>
            <a:off x="1404294" y="6058652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DC75A87-6875-B21A-C741-56C08DF6C851}"/>
              </a:ext>
            </a:extLst>
          </p:cNvPr>
          <p:cNvSpPr/>
          <p:nvPr/>
        </p:nvSpPr>
        <p:spPr>
          <a:xfrm>
            <a:off x="3396271" y="6058652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0E4D20-D003-3D37-6E08-57301171B722}"/>
              </a:ext>
            </a:extLst>
          </p:cNvPr>
          <p:cNvSpPr txBox="1"/>
          <p:nvPr/>
        </p:nvSpPr>
        <p:spPr>
          <a:xfrm>
            <a:off x="309542" y="8754488"/>
            <a:ext cx="990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MEAS_2</a:t>
            </a:r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C61BB44-60F7-4151-4FB2-0C2E12D93DF9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300262" y="8939154"/>
            <a:ext cx="388175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9E7E8107-CAA4-1C69-8FFC-51445811E29E}"/>
              </a:ext>
            </a:extLst>
          </p:cNvPr>
          <p:cNvSpPr/>
          <p:nvPr/>
        </p:nvSpPr>
        <p:spPr>
          <a:xfrm>
            <a:off x="254559" y="657643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Port_30</a:t>
            </a:r>
            <a:endParaRPr lang="ko-KR" altLang="en-US" sz="140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474BB5C-C483-D5A2-BE3C-54A47DB406AD}"/>
              </a:ext>
            </a:extLst>
          </p:cNvPr>
          <p:cNvSpPr/>
          <p:nvPr/>
        </p:nvSpPr>
        <p:spPr>
          <a:xfrm>
            <a:off x="1404294" y="6562368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0333EC-2561-CB6F-4634-4D40795EC773}"/>
              </a:ext>
            </a:extLst>
          </p:cNvPr>
          <p:cNvSpPr/>
          <p:nvPr/>
        </p:nvSpPr>
        <p:spPr>
          <a:xfrm>
            <a:off x="254558" y="7187257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_45</a:t>
            </a:r>
            <a:endParaRPr lang="ko-KR" altLang="en-US" sz="140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2E5EEAA-6494-582C-5932-464633F87F9E}"/>
              </a:ext>
            </a:extLst>
          </p:cNvPr>
          <p:cNvSpPr/>
          <p:nvPr/>
        </p:nvSpPr>
        <p:spPr>
          <a:xfrm>
            <a:off x="1404293" y="7173188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7261A6A-69AE-E2F7-F48D-096060D68690}"/>
              </a:ext>
            </a:extLst>
          </p:cNvPr>
          <p:cNvSpPr/>
          <p:nvPr/>
        </p:nvSpPr>
        <p:spPr>
          <a:xfrm>
            <a:off x="254558" y="7765170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_15</a:t>
            </a:r>
            <a:endParaRPr lang="ko-KR" altLang="en-US" sz="140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2638EF-D241-99E4-9E91-BFAC947CD597}"/>
              </a:ext>
            </a:extLst>
          </p:cNvPr>
          <p:cNvSpPr/>
          <p:nvPr/>
        </p:nvSpPr>
        <p:spPr>
          <a:xfrm>
            <a:off x="1404293" y="7751101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7F2D1D7-376F-1BA5-CCC5-07FBEEB48EC2}"/>
              </a:ext>
            </a:extLst>
          </p:cNvPr>
          <p:cNvSpPr/>
          <p:nvPr/>
        </p:nvSpPr>
        <p:spPr>
          <a:xfrm>
            <a:off x="254558" y="8297039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Port _60</a:t>
            </a:r>
            <a:endParaRPr lang="ko-KR" altLang="en-US" sz="140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63FDB8A-59FF-2BF8-0E11-B6E706AE06E6}"/>
              </a:ext>
            </a:extLst>
          </p:cNvPr>
          <p:cNvSpPr/>
          <p:nvPr/>
        </p:nvSpPr>
        <p:spPr>
          <a:xfrm>
            <a:off x="1404293" y="8282970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D914C9F-E104-73FF-DACB-F78E9EC5B415}"/>
              </a:ext>
            </a:extLst>
          </p:cNvPr>
          <p:cNvSpPr/>
          <p:nvPr/>
        </p:nvSpPr>
        <p:spPr>
          <a:xfrm>
            <a:off x="3396271" y="6589179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A14BA98-89DC-71D1-120C-B422D2D6AF7C}"/>
              </a:ext>
            </a:extLst>
          </p:cNvPr>
          <p:cNvSpPr/>
          <p:nvPr/>
        </p:nvSpPr>
        <p:spPr>
          <a:xfrm>
            <a:off x="3396271" y="7148003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2E71266-3A04-3032-6C78-110E10C7FF64}"/>
              </a:ext>
            </a:extLst>
          </p:cNvPr>
          <p:cNvSpPr/>
          <p:nvPr/>
        </p:nvSpPr>
        <p:spPr>
          <a:xfrm>
            <a:off x="3396271" y="7779554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E4B1990-62F6-296E-DDDB-66F7FF5BA83B}"/>
              </a:ext>
            </a:extLst>
          </p:cNvPr>
          <p:cNvSpPr/>
          <p:nvPr/>
        </p:nvSpPr>
        <p:spPr>
          <a:xfrm>
            <a:off x="3396271" y="8249118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F471797-3A52-17FD-F303-6B6CE4E18E9F}"/>
              </a:ext>
            </a:extLst>
          </p:cNvPr>
          <p:cNvSpPr/>
          <p:nvPr/>
        </p:nvSpPr>
        <p:spPr>
          <a:xfrm>
            <a:off x="3396271" y="5549735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MEAS_1 CONNECT</a:t>
            </a:r>
            <a:endParaRPr lang="ko-KR" altLang="en-US" sz="140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CE86B59-C9BF-58A9-B65E-BD5DF4A8197B}"/>
              </a:ext>
            </a:extLst>
          </p:cNvPr>
          <p:cNvSpPr/>
          <p:nvPr/>
        </p:nvSpPr>
        <p:spPr>
          <a:xfrm>
            <a:off x="3396271" y="8764692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MEAS_2 CONNECT</a:t>
            </a:r>
            <a:endParaRPr lang="ko-KR" altLang="en-US" sz="140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DC6A296-E367-5B73-6888-6D4EF39E03E0}"/>
              </a:ext>
            </a:extLst>
          </p:cNvPr>
          <p:cNvSpPr txBox="1"/>
          <p:nvPr/>
        </p:nvSpPr>
        <p:spPr>
          <a:xfrm>
            <a:off x="318878" y="9342264"/>
            <a:ext cx="454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MEAS_1</a:t>
            </a:r>
            <a:r>
              <a:rPr lang="ko-KR" altLang="en-US"/>
              <a:t>이랑</a:t>
            </a:r>
            <a:r>
              <a:rPr lang="en-US" altLang="ko-KR"/>
              <a:t> </a:t>
            </a:r>
            <a:r>
              <a:rPr lang="ko-KR" altLang="en-US"/>
              <a:t>동일하게</a:t>
            </a:r>
            <a:r>
              <a:rPr lang="en-US" altLang="ko-KR"/>
              <a:t>!, </a:t>
            </a:r>
            <a:r>
              <a:rPr lang="ko-KR" altLang="en-US"/>
              <a:t>스크롤바 기능 추가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DCCA31-D347-F2D1-2684-AA5B85BB1620}"/>
              </a:ext>
            </a:extLst>
          </p:cNvPr>
          <p:cNvSpPr txBox="1"/>
          <p:nvPr/>
        </p:nvSpPr>
        <p:spPr>
          <a:xfrm>
            <a:off x="310650" y="4446716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PG_2</a:t>
            </a:r>
            <a:endParaRPr lang="ko-KR" altLang="en-US"/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F34DFBE3-744E-B278-C989-266C5565CA9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1021101" y="4631382"/>
            <a:ext cx="4162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185BA51-283D-FB9E-3537-22F7FBE4022E}"/>
              </a:ext>
            </a:extLst>
          </p:cNvPr>
          <p:cNvSpPr/>
          <p:nvPr/>
        </p:nvSpPr>
        <p:spPr>
          <a:xfrm>
            <a:off x="310650" y="4974672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Port</a:t>
            </a:r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D1C61C10-08A5-1C2F-AB7F-ABADEECC5409}"/>
              </a:ext>
            </a:extLst>
          </p:cNvPr>
          <p:cNvSpPr/>
          <p:nvPr/>
        </p:nvSpPr>
        <p:spPr>
          <a:xfrm>
            <a:off x="1418181" y="4960603"/>
            <a:ext cx="1307294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C7D2F10-BAE9-1B3F-9CBA-36D4FFC6B7C8}"/>
              </a:ext>
            </a:extLst>
          </p:cNvPr>
          <p:cNvSpPr/>
          <p:nvPr/>
        </p:nvSpPr>
        <p:spPr>
          <a:xfrm>
            <a:off x="3410158" y="4960603"/>
            <a:ext cx="1750788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pic>
        <p:nvPicPr>
          <p:cNvPr id="54" name="그림 53">
            <a:extLst>
              <a:ext uri="{FF2B5EF4-FFF2-40B4-BE49-F238E27FC236}">
                <a16:creationId xmlns:a16="http://schemas.microsoft.com/office/drawing/2014/main" id="{651C303E-1E63-CE27-EF9A-EA5FCF369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699" y="5563944"/>
            <a:ext cx="4801270" cy="1276528"/>
          </a:xfrm>
          <a:prstGeom prst="rect">
            <a:avLst/>
          </a:prstGeom>
        </p:spPr>
      </p:pic>
      <p:sp>
        <p:nvSpPr>
          <p:cNvPr id="56" name="직사각형 55">
            <a:extLst>
              <a:ext uri="{FF2B5EF4-FFF2-40B4-BE49-F238E27FC236}">
                <a16:creationId xmlns:a16="http://schemas.microsoft.com/office/drawing/2014/main" id="{8FAF7C6A-AC92-65ED-FE0C-16325A68D1D0}"/>
              </a:ext>
            </a:extLst>
          </p:cNvPr>
          <p:cNvSpPr/>
          <p:nvPr/>
        </p:nvSpPr>
        <p:spPr>
          <a:xfrm>
            <a:off x="8081446" y="1359720"/>
            <a:ext cx="832919" cy="156490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241E0EB6-1F4E-F343-3E09-35ADE3BF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015" y="7125367"/>
            <a:ext cx="4686954" cy="2438740"/>
          </a:xfrm>
          <a:prstGeom prst="rect">
            <a:avLst/>
          </a:prstGeom>
        </p:spPr>
      </p:pic>
      <p:sp>
        <p:nvSpPr>
          <p:cNvPr id="57" name="직사각형 56">
            <a:extLst>
              <a:ext uri="{FF2B5EF4-FFF2-40B4-BE49-F238E27FC236}">
                <a16:creationId xmlns:a16="http://schemas.microsoft.com/office/drawing/2014/main" id="{4EF83C43-C917-35B1-6A77-ABFB5CAFC3DF}"/>
              </a:ext>
            </a:extLst>
          </p:cNvPr>
          <p:cNvSpPr/>
          <p:nvPr/>
        </p:nvSpPr>
        <p:spPr>
          <a:xfrm>
            <a:off x="6096000" y="7934179"/>
            <a:ext cx="4440701" cy="150586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445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8C3F91E-8E52-0E59-7EE0-4022F0CB8B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282" y="3699431"/>
            <a:ext cx="10469436" cy="34009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E2019078-3643-2DA0-E724-15DDF4CF1CB0}"/>
              </a:ext>
            </a:extLst>
          </p:cNvPr>
          <p:cNvGrpSpPr/>
          <p:nvPr/>
        </p:nvGrpSpPr>
        <p:grpSpPr>
          <a:xfrm>
            <a:off x="1694600" y="4306675"/>
            <a:ext cx="832920" cy="3141553"/>
            <a:chOff x="716826" y="1530036"/>
            <a:chExt cx="832920" cy="1817483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05FB0BE-C58A-5494-69AE-E620AB44626B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5339BE87-96E9-F5A5-5236-C6FA1941F92C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FD89C14-F237-5EF0-51EF-AEBB7629024B}"/>
              </a:ext>
            </a:extLst>
          </p:cNvPr>
          <p:cNvGrpSpPr/>
          <p:nvPr/>
        </p:nvGrpSpPr>
        <p:grpSpPr>
          <a:xfrm>
            <a:off x="861282" y="4312542"/>
            <a:ext cx="832920" cy="3141553"/>
            <a:chOff x="716826" y="1530036"/>
            <a:chExt cx="832920" cy="1817483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6F4FE6B-DFC0-A8BB-8CF4-7E962965DB37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4E3654-5DD3-AA73-F73B-0F292ADBD600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02FFA9-D5A8-9665-8453-6685A291B120}"/>
              </a:ext>
            </a:extLst>
          </p:cNvPr>
          <p:cNvGrpSpPr/>
          <p:nvPr/>
        </p:nvGrpSpPr>
        <p:grpSpPr>
          <a:xfrm>
            <a:off x="2527519" y="4312543"/>
            <a:ext cx="832920" cy="3141553"/>
            <a:chOff x="716826" y="1530036"/>
            <a:chExt cx="832920" cy="1817483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8D3C428-38C7-2E74-C6A8-5C66591DB3C9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FEDBCE0D-C186-E6BE-E017-8F563395B57E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ACAB57E-38FA-E142-9D7C-EC575A81254C}"/>
              </a:ext>
            </a:extLst>
          </p:cNvPr>
          <p:cNvGrpSpPr/>
          <p:nvPr/>
        </p:nvGrpSpPr>
        <p:grpSpPr>
          <a:xfrm>
            <a:off x="8338336" y="4300808"/>
            <a:ext cx="1249285" cy="3141553"/>
            <a:chOff x="716826" y="1530036"/>
            <a:chExt cx="832920" cy="1817483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D6C5CB0-3F46-8198-B2D4-8872EDD887F0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0E6C6AA5-C2A2-75F6-4522-0D3935536037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2381C79-89EA-780F-11DD-4C86B80167AC}"/>
              </a:ext>
            </a:extLst>
          </p:cNvPr>
          <p:cNvGrpSpPr/>
          <p:nvPr/>
        </p:nvGrpSpPr>
        <p:grpSpPr>
          <a:xfrm>
            <a:off x="9588206" y="4294940"/>
            <a:ext cx="832920" cy="3141553"/>
            <a:chOff x="716826" y="1530036"/>
            <a:chExt cx="832920" cy="181748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7182781B-7238-E0E1-4918-E0A5BB95591E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E3EDB9CA-D67D-0AD2-F5DE-9B6A7C17A97D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ABB6474-4988-7498-E6B9-21932A58578F}"/>
              </a:ext>
            </a:extLst>
          </p:cNvPr>
          <p:cNvGrpSpPr/>
          <p:nvPr/>
        </p:nvGrpSpPr>
        <p:grpSpPr>
          <a:xfrm>
            <a:off x="10421030" y="4289071"/>
            <a:ext cx="832920" cy="3141553"/>
            <a:chOff x="716826" y="1530036"/>
            <a:chExt cx="832920" cy="1817483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E03629A-24EC-B9FF-CC02-9052990071E1}"/>
                </a:ext>
              </a:extLst>
            </p:cNvPr>
            <p:cNvSpPr/>
            <p:nvPr/>
          </p:nvSpPr>
          <p:spPr>
            <a:xfrm>
              <a:off x="716827" y="1530036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65D440A-24E3-240A-4F08-25739D53C762}"/>
                </a:ext>
              </a:extLst>
            </p:cNvPr>
            <p:cNvSpPr/>
            <p:nvPr/>
          </p:nvSpPr>
          <p:spPr>
            <a:xfrm>
              <a:off x="716826" y="2442172"/>
              <a:ext cx="832919" cy="905347"/>
            </a:xfrm>
            <a:prstGeom prst="rect">
              <a:avLst/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812108D-A140-89AF-419D-DEA91CE930EA}"/>
                  </a:ext>
                </a:extLst>
              </p:cNvPr>
              <p:cNvSpPr txBox="1"/>
              <p:nvPr/>
            </p:nvSpPr>
            <p:spPr>
              <a:xfrm>
                <a:off x="3360438" y="1906172"/>
                <a:ext cx="4296561" cy="8501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𝑀𝐴𝑋𝐿𝑈𝑀𝐼</m:t>
                      </m:r>
                      <m:sSup>
                        <m:sSupPr>
                          <m:ctrlPr>
                            <a:rPr lang="el-GR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f>
                            <m:fPr>
                              <m:ctrlPr>
                                <a:rPr lang="el-GR" altLang="ko-K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num>
                            <m:den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𝑀𝐴𝑋𝐼𝑁𝐷𝐸𝑋</m:t>
                              </m:r>
                            </m:den>
                          </m:f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𝐺𝑎𝑚𝑚𝑎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𝑏𝑙𝑎𝑐𝑘</m:t>
                      </m:r>
                    </m:oMath>
                  </m:oMathPara>
                </a14:m>
                <a:endParaRPr lang="en-US" altLang="ko-KR"/>
              </a:p>
              <a:p>
                <a:endParaRPr lang="ko-KR" altLang="en-US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812108D-A140-89AF-419D-DEA91CE930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0438" y="1906172"/>
                <a:ext cx="4296561" cy="8501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3138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6B126DD-2C9D-8A54-D7FE-3487BC5D11D6}"/>
              </a:ext>
            </a:extLst>
          </p:cNvPr>
          <p:cNvSpPr/>
          <p:nvPr/>
        </p:nvSpPr>
        <p:spPr>
          <a:xfrm>
            <a:off x="641573" y="0"/>
            <a:ext cx="5145686" cy="38874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35F2C24-D171-C717-8872-FE200FDAF17B}"/>
              </a:ext>
            </a:extLst>
          </p:cNvPr>
          <p:cNvSpPr/>
          <p:nvPr/>
        </p:nvSpPr>
        <p:spPr>
          <a:xfrm>
            <a:off x="2232115" y="2866204"/>
            <a:ext cx="1964602" cy="5256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SAVE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2487F8-A820-D7CC-6CBB-7A79022F9BF5}"/>
              </a:ext>
            </a:extLst>
          </p:cNvPr>
          <p:cNvSpPr txBox="1"/>
          <p:nvPr/>
        </p:nvSpPr>
        <p:spPr>
          <a:xfrm>
            <a:off x="706412" y="145723"/>
            <a:ext cx="1149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Language</a:t>
            </a:r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453F689-4841-9780-8D75-44EAD7583625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855637" y="330389"/>
            <a:ext cx="3723249" cy="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E3BA5A1-7D93-3C29-326B-45B54A60118E}"/>
              </a:ext>
            </a:extLst>
          </p:cNvPr>
          <p:cNvSpPr txBox="1"/>
          <p:nvPr/>
        </p:nvSpPr>
        <p:spPr>
          <a:xfrm>
            <a:off x="746930" y="1379839"/>
            <a:ext cx="1157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Port </a:t>
            </a:r>
            <a:r>
              <a:rPr lang="ko-KR" altLang="en-US"/>
              <a:t>연결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27394D57-A180-7008-2972-5BC44C3941E4}"/>
              </a:ext>
            </a:extLst>
          </p:cNvPr>
          <p:cNvCxnSpPr>
            <a:cxnSpLocks/>
            <a:stCxn id="18" idx="3"/>
          </p:cNvCxnSpPr>
          <p:nvPr/>
        </p:nvCxnSpPr>
        <p:spPr>
          <a:xfrm>
            <a:off x="1904235" y="1564505"/>
            <a:ext cx="37151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4CC3BCF-9C06-6157-FD90-F967CC9130F3}"/>
              </a:ext>
            </a:extLst>
          </p:cNvPr>
          <p:cNvSpPr/>
          <p:nvPr/>
        </p:nvSpPr>
        <p:spPr>
          <a:xfrm>
            <a:off x="722270" y="194508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TCP/IP</a:t>
            </a:r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C13C8F8-AA95-8CD6-707F-0F3D96F5D7FB}"/>
              </a:ext>
            </a:extLst>
          </p:cNvPr>
          <p:cNvSpPr/>
          <p:nvPr/>
        </p:nvSpPr>
        <p:spPr>
          <a:xfrm>
            <a:off x="1829801" y="1931016"/>
            <a:ext cx="1307293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711A7-2519-26CF-F469-1FEEA85E8BE1}"/>
              </a:ext>
            </a:extLst>
          </p:cNvPr>
          <p:cNvSpPr/>
          <p:nvPr/>
        </p:nvSpPr>
        <p:spPr>
          <a:xfrm>
            <a:off x="4448395" y="1915035"/>
            <a:ext cx="936462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Connect</a:t>
            </a:r>
            <a:endParaRPr lang="ko-KR" altLang="en-US" sz="140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917DDDA-636A-0AAB-B46B-1E10F1B81FCF}"/>
              </a:ext>
            </a:extLst>
          </p:cNvPr>
          <p:cNvSpPr/>
          <p:nvPr/>
        </p:nvSpPr>
        <p:spPr>
          <a:xfrm>
            <a:off x="1019837" y="685039"/>
            <a:ext cx="245052" cy="22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37D7E8-F3B4-9D3B-0E52-96B1330A4DC7}"/>
              </a:ext>
            </a:extLst>
          </p:cNvPr>
          <p:cNvSpPr txBox="1"/>
          <p:nvPr/>
        </p:nvSpPr>
        <p:spPr>
          <a:xfrm>
            <a:off x="1332360" y="574772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/>
              <a:t>한국어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C58BC14E-7185-4736-5BF1-30C9365E30A0}"/>
              </a:ext>
            </a:extLst>
          </p:cNvPr>
          <p:cNvSpPr/>
          <p:nvPr/>
        </p:nvSpPr>
        <p:spPr>
          <a:xfrm>
            <a:off x="2378946" y="685039"/>
            <a:ext cx="245052" cy="22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A68785-AEC6-2CAF-003A-6302A23F5661}"/>
              </a:ext>
            </a:extLst>
          </p:cNvPr>
          <p:cNvSpPr txBox="1"/>
          <p:nvPr/>
        </p:nvSpPr>
        <p:spPr>
          <a:xfrm>
            <a:off x="2691467" y="574772"/>
            <a:ext cx="9877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/>
              <a:t>English</a:t>
            </a:r>
            <a:endParaRPr lang="ko-KR" altLang="en-US" sz="200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5A210B1-D161-4970-6CFA-2F59B44DB1E4}"/>
              </a:ext>
            </a:extLst>
          </p:cNvPr>
          <p:cNvSpPr/>
          <p:nvPr/>
        </p:nvSpPr>
        <p:spPr>
          <a:xfrm>
            <a:off x="3904715" y="680738"/>
            <a:ext cx="245052" cy="22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F5C205-0EF6-99E3-1CCC-2FD38B6848B5}"/>
              </a:ext>
            </a:extLst>
          </p:cNvPr>
          <p:cNvSpPr txBox="1"/>
          <p:nvPr/>
        </p:nvSpPr>
        <p:spPr>
          <a:xfrm>
            <a:off x="4217236" y="61267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Vietnamese</a:t>
            </a:r>
            <a:endParaRPr lang="ko-KR" altLang="en-US" sz="20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3524F9D5-242C-E3D4-2B32-D633BCA85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3278" y="4984741"/>
            <a:ext cx="4572638" cy="5210902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8008A676-698E-867C-3A98-1105B2247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567" y="5048484"/>
            <a:ext cx="4347387" cy="508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498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717D48C-11FA-62A0-5C39-50697A765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710" y="595192"/>
            <a:ext cx="7210047" cy="480468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AD186FC-6706-3E69-6E66-AC263D4E7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710" y="5799270"/>
            <a:ext cx="7228455" cy="480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834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788AD8E-A093-F667-F92F-AF151E13D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39" y="1937060"/>
            <a:ext cx="10898121" cy="6925642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39518CA-4CCE-83B6-7FA8-B705F672E0E3}"/>
              </a:ext>
            </a:extLst>
          </p:cNvPr>
          <p:cNvSpPr/>
          <p:nvPr/>
        </p:nvSpPr>
        <p:spPr>
          <a:xfrm>
            <a:off x="7876977" y="6196870"/>
            <a:ext cx="3668083" cy="429068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81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5688584-C34F-BF83-EAEE-D5C0BF0E852A}"/>
              </a:ext>
            </a:extLst>
          </p:cNvPr>
          <p:cNvSpPr/>
          <p:nvPr/>
        </p:nvSpPr>
        <p:spPr>
          <a:xfrm>
            <a:off x="379828" y="1842868"/>
            <a:ext cx="6879101" cy="7680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테이블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88FA1C-A535-026F-B125-3FA20EF4AAC8}"/>
              </a:ext>
            </a:extLst>
          </p:cNvPr>
          <p:cNvSpPr/>
          <p:nvPr/>
        </p:nvSpPr>
        <p:spPr>
          <a:xfrm>
            <a:off x="7258929" y="1842867"/>
            <a:ext cx="4712677" cy="386861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색좌표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7F8A825-9A89-EAA1-A0DB-18B0F84813CF}"/>
              </a:ext>
            </a:extLst>
          </p:cNvPr>
          <p:cNvSpPr/>
          <p:nvPr/>
        </p:nvSpPr>
        <p:spPr>
          <a:xfrm>
            <a:off x="7258929" y="5711482"/>
            <a:ext cx="4712677" cy="381234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컨트롤 패널</a:t>
            </a:r>
          </a:p>
        </p:txBody>
      </p:sp>
    </p:spTree>
    <p:extLst>
      <p:ext uri="{BB962C8B-B14F-4D97-AF65-F5344CB8AC3E}">
        <p14:creationId xmlns:p14="http://schemas.microsoft.com/office/powerpoint/2010/main" val="6040889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B831314-1447-3C90-92B3-B3EBF22B0171}"/>
              </a:ext>
            </a:extLst>
          </p:cNvPr>
          <p:cNvSpPr txBox="1"/>
          <p:nvPr/>
        </p:nvSpPr>
        <p:spPr>
          <a:xfrm>
            <a:off x="3393341" y="2208901"/>
            <a:ext cx="1452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Start Voltage</a:t>
            </a:r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071B646-B24F-BDF3-175C-438CE9F2441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845533" y="2393567"/>
            <a:ext cx="3420282" cy="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FC9F9B7-A8D1-6016-8FBF-A04C42B0109E}"/>
              </a:ext>
            </a:extLst>
          </p:cNvPr>
          <p:cNvSpPr/>
          <p:nvPr/>
        </p:nvSpPr>
        <p:spPr>
          <a:xfrm>
            <a:off x="3378672" y="4140097"/>
            <a:ext cx="1038793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Interval</a:t>
            </a:r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0D82896-24BC-DCBB-7A01-C5E375C4AF11}"/>
              </a:ext>
            </a:extLst>
          </p:cNvPr>
          <p:cNvSpPr/>
          <p:nvPr/>
        </p:nvSpPr>
        <p:spPr>
          <a:xfrm>
            <a:off x="4645234" y="4140094"/>
            <a:ext cx="1366569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994356-AF13-5698-2F69-951827F95871}"/>
              </a:ext>
            </a:extLst>
          </p:cNvPr>
          <p:cNvSpPr txBox="1"/>
          <p:nvPr/>
        </p:nvSpPr>
        <p:spPr>
          <a:xfrm>
            <a:off x="3378672" y="3497949"/>
            <a:ext cx="1973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Common Settings</a:t>
            </a:r>
            <a:endParaRPr lang="ko-KR" altLang="en-US"/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A97BC53-C6F1-5989-8513-09318DBE4E4E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352289" y="3682615"/>
            <a:ext cx="2898857" cy="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FFD6C68-078E-AE08-1A1D-F433957CA811}"/>
              </a:ext>
            </a:extLst>
          </p:cNvPr>
          <p:cNvSpPr/>
          <p:nvPr/>
        </p:nvSpPr>
        <p:spPr>
          <a:xfrm>
            <a:off x="4945159" y="4928816"/>
            <a:ext cx="2086178" cy="6059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Test Start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CE15C6D-2022-1FA8-617B-0E005637ACAB}"/>
              </a:ext>
            </a:extLst>
          </p:cNvPr>
          <p:cNvSpPr/>
          <p:nvPr/>
        </p:nvSpPr>
        <p:spPr>
          <a:xfrm>
            <a:off x="3480214" y="2687001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R_V</a:t>
            </a: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9199632-5973-C142-0949-C1C1A252CC69}"/>
              </a:ext>
            </a:extLst>
          </p:cNvPr>
          <p:cNvSpPr/>
          <p:nvPr/>
        </p:nvSpPr>
        <p:spPr>
          <a:xfrm>
            <a:off x="5223159" y="2687000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G_V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A254881-8B2F-5B6D-B5EB-AC62810B25EC}"/>
              </a:ext>
            </a:extLst>
          </p:cNvPr>
          <p:cNvSpPr/>
          <p:nvPr/>
        </p:nvSpPr>
        <p:spPr>
          <a:xfrm>
            <a:off x="6861517" y="2704812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B_V</a:t>
            </a:r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D01464-4E6B-2E86-D919-E5E9B56A8FD2}"/>
              </a:ext>
            </a:extLst>
          </p:cNvPr>
          <p:cNvSpPr/>
          <p:nvPr/>
        </p:nvSpPr>
        <p:spPr>
          <a:xfrm>
            <a:off x="4351417" y="2687000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8BD50B7-CB6B-DF2A-CA52-938DFD369D25}"/>
              </a:ext>
            </a:extLst>
          </p:cNvPr>
          <p:cNvSpPr/>
          <p:nvPr/>
        </p:nvSpPr>
        <p:spPr>
          <a:xfrm>
            <a:off x="6096000" y="2711448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ACFE593-03C6-251B-317B-BD0D88DEF303}"/>
              </a:ext>
            </a:extLst>
          </p:cNvPr>
          <p:cNvSpPr/>
          <p:nvPr/>
        </p:nvSpPr>
        <p:spPr>
          <a:xfrm>
            <a:off x="7748426" y="2748070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A4EC145-267D-AC25-7E66-5B81899B907F}"/>
              </a:ext>
            </a:extLst>
          </p:cNvPr>
          <p:cNvSpPr/>
          <p:nvPr/>
        </p:nvSpPr>
        <p:spPr>
          <a:xfrm>
            <a:off x="6096000" y="4106444"/>
            <a:ext cx="1038793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Count</a:t>
            </a:r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AC53267-BE9C-A902-6AFC-5801573ED5BF}"/>
              </a:ext>
            </a:extLst>
          </p:cNvPr>
          <p:cNvSpPr/>
          <p:nvPr/>
        </p:nvSpPr>
        <p:spPr>
          <a:xfrm>
            <a:off x="7362562" y="4106441"/>
            <a:ext cx="1366569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5F58438-EBB8-0D2D-7C21-F58FB1F89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97" y="5231775"/>
            <a:ext cx="4379592" cy="444098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7BDD5D6-EF0B-EC71-02DA-FFEBC79657C5}"/>
              </a:ext>
            </a:extLst>
          </p:cNvPr>
          <p:cNvSpPr txBox="1"/>
          <p:nvPr/>
        </p:nvSpPr>
        <p:spPr>
          <a:xfrm>
            <a:off x="9931791" y="9355015"/>
            <a:ext cx="13594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Max_Index=</a:t>
            </a:r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D31B5E-CA65-771C-B446-D416D8F029F1}"/>
              </a:ext>
            </a:extLst>
          </p:cNvPr>
          <p:cNvSpPr txBox="1"/>
          <p:nvPr/>
        </p:nvSpPr>
        <p:spPr>
          <a:xfrm>
            <a:off x="6942851" y="6411601"/>
            <a:ext cx="1318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Max_Lumi=</a:t>
            </a:r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7E1FFB-F3F7-8945-6045-740F0314427B}"/>
              </a:ext>
            </a:extLst>
          </p:cNvPr>
          <p:cNvSpPr txBox="1"/>
          <p:nvPr/>
        </p:nvSpPr>
        <p:spPr>
          <a:xfrm>
            <a:off x="7748426" y="7755227"/>
            <a:ext cx="1059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gamma=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64853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1A4BC8-EC4C-AFEB-B9B6-537A65FE15F9}"/>
              </a:ext>
            </a:extLst>
          </p:cNvPr>
          <p:cNvSpPr/>
          <p:nvPr/>
        </p:nvSpPr>
        <p:spPr>
          <a:xfrm>
            <a:off x="379828" y="1842868"/>
            <a:ext cx="7315200" cy="51565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테이블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8E1CC2-C01B-4A88-4614-EF92EF8ACCF8}"/>
              </a:ext>
            </a:extLst>
          </p:cNvPr>
          <p:cNvSpPr/>
          <p:nvPr/>
        </p:nvSpPr>
        <p:spPr>
          <a:xfrm>
            <a:off x="504093" y="2504049"/>
            <a:ext cx="2267242" cy="44953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테이블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84998DB-8108-41F5-0A52-A8E3BAE221B7}"/>
              </a:ext>
            </a:extLst>
          </p:cNvPr>
          <p:cNvSpPr/>
          <p:nvPr/>
        </p:nvSpPr>
        <p:spPr>
          <a:xfrm>
            <a:off x="2895600" y="2504049"/>
            <a:ext cx="2267242" cy="44953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테이블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0D5F8A-33A4-CF72-6026-180BEF44684B}"/>
              </a:ext>
            </a:extLst>
          </p:cNvPr>
          <p:cNvSpPr/>
          <p:nvPr/>
        </p:nvSpPr>
        <p:spPr>
          <a:xfrm>
            <a:off x="5287107" y="2504049"/>
            <a:ext cx="2267242" cy="44953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데이터 테이블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36FB86A-3E30-2BBA-33F5-C7FB9102B24B}"/>
              </a:ext>
            </a:extLst>
          </p:cNvPr>
          <p:cNvSpPr/>
          <p:nvPr/>
        </p:nvSpPr>
        <p:spPr>
          <a:xfrm>
            <a:off x="532229" y="2139154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Red</a:t>
            </a:r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31A45B5-F9AC-F8EC-888A-9271DF165A38}"/>
              </a:ext>
            </a:extLst>
          </p:cNvPr>
          <p:cNvSpPr/>
          <p:nvPr/>
        </p:nvSpPr>
        <p:spPr>
          <a:xfrm>
            <a:off x="2895600" y="2139153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Green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05A2C5A-B058-6794-586A-F21FFFE6AF3F}"/>
              </a:ext>
            </a:extLst>
          </p:cNvPr>
          <p:cNvSpPr/>
          <p:nvPr/>
        </p:nvSpPr>
        <p:spPr>
          <a:xfrm>
            <a:off x="5287107" y="2139153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Blue</a:t>
            </a:r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05A9F2-162C-A8A8-A877-38FF90F80BF1}"/>
              </a:ext>
            </a:extLst>
          </p:cNvPr>
          <p:cNvSpPr/>
          <p:nvPr/>
        </p:nvSpPr>
        <p:spPr>
          <a:xfrm>
            <a:off x="656493" y="2656449"/>
            <a:ext cx="1974165" cy="19858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그래프 영역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15C1E9-D5E3-7D4D-A192-390396B2BE3E}"/>
              </a:ext>
            </a:extLst>
          </p:cNvPr>
          <p:cNvSpPr/>
          <p:nvPr/>
        </p:nvSpPr>
        <p:spPr>
          <a:xfrm>
            <a:off x="3050345" y="2656448"/>
            <a:ext cx="1974165" cy="19858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그래프 영역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9BECB72-3512-10A9-07A4-EAABFFA1C3B1}"/>
              </a:ext>
            </a:extLst>
          </p:cNvPr>
          <p:cNvSpPr/>
          <p:nvPr/>
        </p:nvSpPr>
        <p:spPr>
          <a:xfrm>
            <a:off x="5433645" y="2656448"/>
            <a:ext cx="1974165" cy="19858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그래프 영역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1CBD3C8-AD2C-FF45-081E-BEDB24E3D38E}"/>
              </a:ext>
            </a:extLst>
          </p:cNvPr>
          <p:cNvSpPr/>
          <p:nvPr/>
        </p:nvSpPr>
        <p:spPr>
          <a:xfrm>
            <a:off x="659570" y="5190978"/>
            <a:ext cx="1974165" cy="1808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RED </a:t>
            </a:r>
            <a:r>
              <a:rPr lang="ko-KR" altLang="en-US">
                <a:solidFill>
                  <a:schemeClr val="tx1"/>
                </a:solidFill>
              </a:rPr>
              <a:t>텍스트 박스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파라미터 값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CBD95F-433D-A4FD-2E62-485AA84760CE}"/>
              </a:ext>
            </a:extLst>
          </p:cNvPr>
          <p:cNvSpPr/>
          <p:nvPr/>
        </p:nvSpPr>
        <p:spPr>
          <a:xfrm>
            <a:off x="3050345" y="5190977"/>
            <a:ext cx="1974165" cy="1808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GREEN </a:t>
            </a:r>
            <a:r>
              <a:rPr lang="ko-KR" altLang="en-US">
                <a:solidFill>
                  <a:schemeClr val="tx1"/>
                </a:solidFill>
              </a:rPr>
              <a:t>텍스트 박스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파라미터 값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1AFEF6F-7EE0-AC4A-2959-F52417DBA3F5}"/>
              </a:ext>
            </a:extLst>
          </p:cNvPr>
          <p:cNvSpPr/>
          <p:nvPr/>
        </p:nvSpPr>
        <p:spPr>
          <a:xfrm>
            <a:off x="5433645" y="5190977"/>
            <a:ext cx="1974165" cy="1808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BLUE </a:t>
            </a:r>
            <a:r>
              <a:rPr lang="ko-KR" altLang="en-US">
                <a:solidFill>
                  <a:schemeClr val="tx1"/>
                </a:solidFill>
              </a:rPr>
              <a:t>텍스트 박스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파라미터 값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238BA3B-EE05-2B87-906C-C93AB4249055}"/>
              </a:ext>
            </a:extLst>
          </p:cNvPr>
          <p:cNvSpPr/>
          <p:nvPr/>
        </p:nvSpPr>
        <p:spPr>
          <a:xfrm>
            <a:off x="650631" y="4783954"/>
            <a:ext cx="1974165" cy="265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공식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EDC0BEC9-36AB-11F5-9557-7EAD8805B847}"/>
              </a:ext>
            </a:extLst>
          </p:cNvPr>
          <p:cNvSpPr/>
          <p:nvPr/>
        </p:nvSpPr>
        <p:spPr>
          <a:xfrm>
            <a:off x="3050345" y="4794736"/>
            <a:ext cx="1974165" cy="265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공식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8741BA9-66D5-5949-52D6-47678EAE13C0}"/>
              </a:ext>
            </a:extLst>
          </p:cNvPr>
          <p:cNvSpPr/>
          <p:nvPr/>
        </p:nvSpPr>
        <p:spPr>
          <a:xfrm>
            <a:off x="5414448" y="4792866"/>
            <a:ext cx="1974165" cy="26540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공식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5D0FDE1-1C20-97C5-BB93-1A448490A13F}"/>
              </a:ext>
            </a:extLst>
          </p:cNvPr>
          <p:cNvSpPr/>
          <p:nvPr/>
        </p:nvSpPr>
        <p:spPr>
          <a:xfrm>
            <a:off x="7956892" y="1842867"/>
            <a:ext cx="3423870" cy="24618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TOTAL </a:t>
            </a:r>
            <a:r>
              <a:rPr lang="ko-KR" altLang="en-US">
                <a:solidFill>
                  <a:schemeClr val="tx1"/>
                </a:solidFill>
              </a:rPr>
              <a:t>텍스트 박스</a:t>
            </a:r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>
                <a:solidFill>
                  <a:schemeClr val="tx1"/>
                </a:solidFill>
              </a:rPr>
              <a:t>파라미터 값</a:t>
            </a:r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F0EC90C-5ED5-3D29-679C-35AC16E03105}"/>
              </a:ext>
            </a:extLst>
          </p:cNvPr>
          <p:cNvSpPr/>
          <p:nvPr/>
        </p:nvSpPr>
        <p:spPr>
          <a:xfrm>
            <a:off x="3495733" y="7814676"/>
            <a:ext cx="752710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R_V</a:t>
            </a:r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8A25DCA-EFEC-2669-5419-E7E229267C74}"/>
              </a:ext>
            </a:extLst>
          </p:cNvPr>
          <p:cNvSpPr/>
          <p:nvPr/>
        </p:nvSpPr>
        <p:spPr>
          <a:xfrm>
            <a:off x="4828351" y="7814675"/>
            <a:ext cx="2132086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94BF32-1A81-60CB-B96E-511C945177F5}"/>
              </a:ext>
            </a:extLst>
          </p:cNvPr>
          <p:cNvSpPr/>
          <p:nvPr/>
        </p:nvSpPr>
        <p:spPr>
          <a:xfrm>
            <a:off x="3495733" y="8392589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Pattern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1DE8158-0970-3211-9989-E96E30157A92}"/>
              </a:ext>
            </a:extLst>
          </p:cNvPr>
          <p:cNvSpPr/>
          <p:nvPr/>
        </p:nvSpPr>
        <p:spPr>
          <a:xfrm>
            <a:off x="4828350" y="8392588"/>
            <a:ext cx="2132087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932E2542-4810-BA75-C7AB-9B9EFF28D068}"/>
              </a:ext>
            </a:extLst>
          </p:cNvPr>
          <p:cNvCxnSpPr>
            <a:cxnSpLocks/>
          </p:cNvCxnSpPr>
          <p:nvPr/>
        </p:nvCxnSpPr>
        <p:spPr>
          <a:xfrm>
            <a:off x="3930834" y="7473710"/>
            <a:ext cx="4391252" cy="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C72E8AF-18C5-ED7F-3A9C-76B2080DA560}"/>
              </a:ext>
            </a:extLst>
          </p:cNvPr>
          <p:cNvSpPr/>
          <p:nvPr/>
        </p:nvSpPr>
        <p:spPr>
          <a:xfrm>
            <a:off x="7169586" y="7786670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connect</a:t>
            </a:r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AB28BB6-1733-6345-2319-BA43726A0325}"/>
              </a:ext>
            </a:extLst>
          </p:cNvPr>
          <p:cNvSpPr/>
          <p:nvPr/>
        </p:nvSpPr>
        <p:spPr>
          <a:xfrm>
            <a:off x="3495733" y="8923347"/>
            <a:ext cx="1114424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Voltage</a:t>
            </a:r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321E52-CD71-17BB-A97D-F8B1F8ACCA0F}"/>
              </a:ext>
            </a:extLst>
          </p:cNvPr>
          <p:cNvSpPr/>
          <p:nvPr/>
        </p:nvSpPr>
        <p:spPr>
          <a:xfrm>
            <a:off x="4828351" y="8939328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FAAF399-48A6-03CE-C549-FA496C6B644B}"/>
              </a:ext>
            </a:extLst>
          </p:cNvPr>
          <p:cNvSpPr/>
          <p:nvPr/>
        </p:nvSpPr>
        <p:spPr>
          <a:xfrm>
            <a:off x="5669545" y="8923346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E49A07F-873A-D73B-5679-CF4391D59E11}"/>
              </a:ext>
            </a:extLst>
          </p:cNvPr>
          <p:cNvSpPr/>
          <p:nvPr/>
        </p:nvSpPr>
        <p:spPr>
          <a:xfrm>
            <a:off x="6380724" y="8934698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A3F2DD7-D64E-8417-39BF-84E2190F10C8}"/>
              </a:ext>
            </a:extLst>
          </p:cNvPr>
          <p:cNvSpPr/>
          <p:nvPr/>
        </p:nvSpPr>
        <p:spPr>
          <a:xfrm>
            <a:off x="9111614" y="6320927"/>
            <a:ext cx="1114424" cy="530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Test Start</a:t>
            </a:r>
            <a:endParaRPr lang="ko-KR" altLang="en-US"/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12576658-C1C1-B8E9-14A7-8142BD916CD8}"/>
              </a:ext>
            </a:extLst>
          </p:cNvPr>
          <p:cNvCxnSpPr>
            <a:cxnSpLocks/>
          </p:cNvCxnSpPr>
          <p:nvPr/>
        </p:nvCxnSpPr>
        <p:spPr>
          <a:xfrm>
            <a:off x="5244401" y="9815626"/>
            <a:ext cx="3101092" cy="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B8B72D-A89E-CCBF-6ADC-517D97801C1B}"/>
              </a:ext>
            </a:extLst>
          </p:cNvPr>
          <p:cNvSpPr/>
          <p:nvPr/>
        </p:nvSpPr>
        <p:spPr>
          <a:xfrm>
            <a:off x="7956891" y="4509854"/>
            <a:ext cx="3423871" cy="24618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2216012-6428-37A4-6D0E-96F1E0F818B5}"/>
              </a:ext>
            </a:extLst>
          </p:cNvPr>
          <p:cNvSpPr/>
          <p:nvPr/>
        </p:nvSpPr>
        <p:spPr>
          <a:xfrm>
            <a:off x="7970960" y="4734209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R_V</a:t>
            </a:r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A72C7AA-E569-993B-B0E0-31E79CEA6BFA}"/>
              </a:ext>
            </a:extLst>
          </p:cNvPr>
          <p:cNvSpPr/>
          <p:nvPr/>
        </p:nvSpPr>
        <p:spPr>
          <a:xfrm>
            <a:off x="7967683" y="5208495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G_V</a:t>
            </a:r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9C3BE-60FC-4C87-F684-D4DBEF873D92}"/>
              </a:ext>
            </a:extLst>
          </p:cNvPr>
          <p:cNvSpPr/>
          <p:nvPr/>
        </p:nvSpPr>
        <p:spPr>
          <a:xfrm>
            <a:off x="7953615" y="5684836"/>
            <a:ext cx="708806" cy="364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B_V</a:t>
            </a:r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9B19ABE-A7E2-B700-3A9B-F3C84F0CB1B3}"/>
              </a:ext>
            </a:extLst>
          </p:cNvPr>
          <p:cNvSpPr/>
          <p:nvPr/>
        </p:nvSpPr>
        <p:spPr>
          <a:xfrm>
            <a:off x="8842163" y="4734208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94530049-7F74-900D-B02A-6E30B6D558E4}"/>
              </a:ext>
            </a:extLst>
          </p:cNvPr>
          <p:cNvSpPr/>
          <p:nvPr/>
        </p:nvSpPr>
        <p:spPr>
          <a:xfrm>
            <a:off x="8840524" y="5232943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3974A2A-E3EC-1081-AF3A-D4591212FE3F}"/>
              </a:ext>
            </a:extLst>
          </p:cNvPr>
          <p:cNvSpPr/>
          <p:nvPr/>
        </p:nvSpPr>
        <p:spPr>
          <a:xfrm>
            <a:off x="8840524" y="5728094"/>
            <a:ext cx="603120" cy="3648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CE87226E-4D37-A01C-7D34-E72207E39EEB}"/>
              </a:ext>
            </a:extLst>
          </p:cNvPr>
          <p:cNvSpPr/>
          <p:nvPr/>
        </p:nvSpPr>
        <p:spPr>
          <a:xfrm>
            <a:off x="9565036" y="4751736"/>
            <a:ext cx="943529" cy="530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Interval</a:t>
            </a:r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0C4F7CB-BC50-787E-8BA5-AF0C90F7CBFC}"/>
              </a:ext>
            </a:extLst>
          </p:cNvPr>
          <p:cNvSpPr/>
          <p:nvPr/>
        </p:nvSpPr>
        <p:spPr>
          <a:xfrm>
            <a:off x="10643103" y="4772911"/>
            <a:ext cx="603120" cy="509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7B50410-9466-6074-F2CC-3A9C7D2ECC4F}"/>
              </a:ext>
            </a:extLst>
          </p:cNvPr>
          <p:cNvSpPr/>
          <p:nvPr/>
        </p:nvSpPr>
        <p:spPr>
          <a:xfrm>
            <a:off x="9571609" y="5481449"/>
            <a:ext cx="943529" cy="530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Count</a:t>
            </a:r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03CE0EE-E6CC-F414-C39F-583415FB0513}"/>
              </a:ext>
            </a:extLst>
          </p:cNvPr>
          <p:cNvSpPr/>
          <p:nvPr/>
        </p:nvSpPr>
        <p:spPr>
          <a:xfrm>
            <a:off x="10649676" y="5502624"/>
            <a:ext cx="603120" cy="5095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81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2124</TotalTime>
  <Words>517</Words>
  <Application>Microsoft Office PowerPoint</Application>
  <PresentationFormat>사용자 지정</PresentationFormat>
  <Paragraphs>235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웅 정</dc:creator>
  <cp:lastModifiedBy>웅 정</cp:lastModifiedBy>
  <cp:revision>10</cp:revision>
  <dcterms:created xsi:type="dcterms:W3CDTF">2025-09-14T16:48:57Z</dcterms:created>
  <dcterms:modified xsi:type="dcterms:W3CDTF">2025-11-23T16:11:41Z</dcterms:modified>
</cp:coreProperties>
</file>